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presProps.xml" ContentType="application/vnd.openxmlformats-officedocument.presentationml.presProps+xml"/>
  <Override PartName="/ppt/media/image4.svg" ContentType="image/svg"/>
  <Override PartName="/ppt/media/image2.svg" ContentType="image/sv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10080625" cy="567055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print Plans">
    <p:spTree>
      <p:nvGrpSpPr>
        <p:cNvPr id="1" name=""/>
        <p:cNvGrpSpPr/>
        <p:nvPr/>
      </p:nvGrpSpPr>
      <p:grpSpPr>
        <a:xfrm>
          <a:off x="0" y="0"/>
          <a:ext cx="0" cy="0"/>
          <a:chOff x="0" y="0"/>
          <a:chExt cx="0" cy="0"/>
        </a:xfrm>
      </p:grpSpPr>
      <p:pic>
        <p:nvPicPr>
          <p:cNvPr id="2" name=""/>
          <p:cNvPicPr/>
          <p:nvPr/>
        </p:nvPicPr>
        <p:blipFill>
          <a:blip r:embed="rId2">
            <a:extLst>
              <a:ext uri="{96DAC541-7B7A-43D3-8B79-37D633B846F1}">
                <asvg:svgBlip xmlns:asvg="http://schemas.microsoft.com/office/drawing/2016/SVG/main" r:embed="rId3"/>
              </a:ext>
            </a:extLst>
          </a:blip>
          <a:stretch/>
        </p:blipFill>
        <p:spPr>
          <a:xfrm>
            <a:off x="0" y="0"/>
            <a:ext cx="10080000" cy="5670000"/>
          </a:xfrm>
          <a:prstGeom prst="rect">
            <a:avLst/>
          </a:prstGeom>
          <a:noFill/>
          <a:ln w="18000">
            <a:noFill/>
          </a:ln>
        </p:spPr>
      </p:pic>
      <p:sp>
        <p:nvSpPr>
          <p:cNvPr id="3" name="PlaceHolder 1"/>
          <p:cNvSpPr>
            <a:spLocks noGrp="1"/>
          </p:cNvSpPr>
          <p:nvPr>
            <p:ph type="title"/>
          </p:nvPr>
        </p:nvSpPr>
        <p:spPr>
          <a:xfrm>
            <a:off x="504000" y="810000"/>
            <a:ext cx="9072000" cy="1296000"/>
          </a:xfrm>
          <a:prstGeom prst="rect">
            <a:avLst/>
          </a:prstGeom>
          <a:noFill/>
          <a:ln w="0">
            <a:noFill/>
          </a:ln>
        </p:spPr>
        <p:txBody>
          <a:bodyPr lIns="0" tIns="0" rIns="0" bIns="0" anchor="ctr">
            <a:noAutofit/>
          </a:bodyPr>
          <a:lstStyle>
            <a:lvl1pPr indent="0" algn="ctr">
              <a:buNone/>
              <a:defRPr lang="en-US" sz="4400" b="0" u="none" strike="noStrike">
                <a:solidFill>
                  <a:srgbClr val="FFFFFF"/>
                </a:solidFill>
                <a:effectLst/>
                <a:uFillTx/>
                <a:latin typeface="Arial"/>
              </a:defRPr>
            </a:lvl1pPr>
          </a:lstStyle>
          <a:p>
            <a:pPr indent="0" algn="ctr">
              <a:buNone/>
            </a:pPr>
            <a:r>
              <a:rPr lang="en-US" sz="4400" b="0" u="none" strike="noStrike">
                <a:solidFill>
                  <a:srgbClr val="FFFFFF"/>
                </a:solidFill>
                <a:effectLst/>
                <a:uFillTx/>
                <a:latin typeface="Arial"/>
              </a:rPr>
              <a:t>Click to edit the title text format</a:t>
            </a:r>
            <a:endParaRPr lang="en-US" sz="4400" b="0" u="none" strike="noStrike">
              <a:solidFill>
                <a:srgbClr val="FFFFFF"/>
              </a:solidFill>
              <a:effectLst/>
              <a:uFillTx/>
              <a:latin typeface="Arial"/>
            </a:endParaRPr>
          </a:p>
        </p:txBody>
      </p:sp>
      <p:sp>
        <p:nvSpPr>
          <p:cNvPr id="4" name="PlaceHolder 2"/>
          <p:cNvSpPr>
            <a:spLocks noGrp="1"/>
          </p:cNvSpPr>
          <p:nvPr>
            <p:ph type="body"/>
          </p:nvPr>
        </p:nvSpPr>
        <p:spPr>
          <a:xfrm>
            <a:off x="504000" y="2376000"/>
            <a:ext cx="9072000" cy="2754000"/>
          </a:xfrm>
          <a:prstGeom prst="rect">
            <a:avLst/>
          </a:prstGeom>
          <a:noFill/>
          <a:ln w="0">
            <a:noFill/>
          </a:ln>
        </p:spPr>
        <p:txBody>
          <a:bodyPr lIns="0" tIns="0" rIns="0" bIns="0" anchor="t">
            <a:normAutofit/>
          </a:bodyPr>
          <a:lstStyle>
            <a:lvl1pPr algn="l">
              <a:spcBef>
                <a:spcPts val="1414"/>
              </a:spcBef>
              <a:buClr>
                <a:srgbClr val="FFFFFF"/>
              </a:buClr>
              <a:buSzPct val="45000"/>
              <a:buFont typeface="Wingdings" charset="2"/>
              <a:buChar char=""/>
              <a:defRPr lang="en-US" sz="3200" b="0" u="none" strike="noStrike">
                <a:solidFill>
                  <a:srgbClr val="FFFFFF"/>
                </a:solidFill>
                <a:effectLst/>
                <a:uFillTx/>
                <a:latin typeface="Arial"/>
              </a:defRPr>
            </a:lvl1pPr>
            <a:lvl2pPr lvl="1" algn="l">
              <a:spcBef>
                <a:spcPts val="1134"/>
              </a:spcBef>
              <a:buClr>
                <a:srgbClr val="FFFFFF"/>
              </a:buClr>
              <a:buSzPct val="75000"/>
              <a:buFont typeface="Symbol" charset="2"/>
              <a:buChar char=""/>
              <a:defRPr lang="en-US" sz="2400" b="0" u="none" strike="noStrike">
                <a:solidFill>
                  <a:srgbClr val="FFFFFF"/>
                </a:solidFill>
                <a:effectLst/>
                <a:uFillTx/>
                <a:latin typeface="Arial"/>
              </a:defRPr>
            </a:lvl2pPr>
            <a:lvl3pPr lvl="2" algn="l">
              <a:spcBef>
                <a:spcPts val="850"/>
              </a:spcBef>
              <a:buClr>
                <a:srgbClr val="FFFFFF"/>
              </a:buClr>
              <a:buSzPct val="45000"/>
              <a:buFont typeface="Wingdings" charset="2"/>
              <a:buChar char=""/>
              <a:defRPr lang="en-US" sz="1800" b="0" u="none" strike="noStrike">
                <a:solidFill>
                  <a:srgbClr val="FFFFFF"/>
                </a:solidFill>
                <a:effectLst/>
                <a:uFillTx/>
                <a:latin typeface="Arial"/>
              </a:defRPr>
            </a:lvl3pPr>
            <a:lvl4pPr lvl="3" algn="l">
              <a:spcBef>
                <a:spcPts val="567"/>
              </a:spcBef>
              <a:buClr>
                <a:srgbClr val="FFFFFF"/>
              </a:buClr>
              <a:buSzPct val="75000"/>
              <a:buFont typeface="Symbol" charset="2"/>
              <a:buChar char=""/>
              <a:defRPr lang="en-US" sz="1500" b="0" u="none" strike="noStrike">
                <a:solidFill>
                  <a:srgbClr val="FFFFFF"/>
                </a:solidFill>
                <a:effectLst/>
                <a:uFillTx/>
                <a:latin typeface="Arial"/>
              </a:defRPr>
            </a:lvl4pPr>
            <a:lvl5pPr lvl="4" algn="l">
              <a:spcBef>
                <a:spcPts val="283"/>
              </a:spcBef>
              <a:buClr>
                <a:srgbClr val="FFFFFF"/>
              </a:buClr>
              <a:buSzPct val="45000"/>
              <a:buFont typeface="Wingdings" charset="2"/>
              <a:buChar char=""/>
              <a:defRPr lang="en-US" sz="1500" b="0" u="none" strike="noStrike">
                <a:solidFill>
                  <a:srgbClr val="FFFFFF"/>
                </a:solidFill>
                <a:effectLst/>
                <a:uFillTx/>
                <a:latin typeface="Arial"/>
              </a:defRPr>
            </a:lvl5pPr>
            <a:lvl6pPr lvl="5" algn="l">
              <a:spcBef>
                <a:spcPts val="283"/>
              </a:spcBef>
              <a:buClr>
                <a:srgbClr val="FFFFFF"/>
              </a:buClr>
              <a:buSzPct val="45000"/>
              <a:buFont typeface="Wingdings" charset="2"/>
              <a:buChar char=""/>
              <a:defRPr lang="en-US" sz="1500" b="0" u="none" strike="noStrike">
                <a:solidFill>
                  <a:srgbClr val="FFFFFF"/>
                </a:solidFill>
                <a:effectLst/>
                <a:uFillTx/>
                <a:latin typeface="Arial"/>
              </a:defRPr>
            </a:lvl6pPr>
            <a:lvl7pPr lvl="6" algn="l">
              <a:spcBef>
                <a:spcPts val="283"/>
              </a:spcBef>
              <a:buClr>
                <a:srgbClr val="FFFFFF"/>
              </a:buClr>
              <a:buSzPct val="45000"/>
              <a:buFont typeface="Wingdings" charset="2"/>
              <a:buChar char=""/>
              <a:defRPr lang="en-US" sz="1500" b="0" u="none" strike="noStrike">
                <a:solidFill>
                  <a:srgbClr val="FFFFFF"/>
                </a:solidFill>
                <a:effectLst/>
                <a:uFillTx/>
                <a:latin typeface="Arial"/>
              </a:defRPr>
            </a:lvl7pPr>
          </a:lstStyle>
          <a:p>
            <a:pPr marL="432000" indent="-324000" algn="l">
              <a:spcBef>
                <a:spcPts val="1414"/>
              </a:spcBef>
              <a:buClr>
                <a:srgbClr val="FFFFFF"/>
              </a:buClr>
              <a:buSzPct val="45000"/>
              <a:buFont typeface="Wingdings" charset="2"/>
              <a:buChar char=""/>
            </a:pPr>
            <a:r>
              <a:rPr lang="en-US" sz="3200" b="0" u="none" strike="noStrike">
                <a:solidFill>
                  <a:srgbClr val="FFFFFF"/>
                </a:solidFill>
                <a:effectLst/>
                <a:uFillTx/>
                <a:latin typeface="Arial"/>
              </a:rPr>
              <a:t>Click to edit the outline text format</a:t>
            </a:r>
            <a:endParaRPr lang="en-US" sz="3200" b="0" u="none" strike="noStrike">
              <a:solidFill>
                <a:srgbClr val="FFFFFF"/>
              </a:solidFill>
              <a:effectLst/>
              <a:uFillTx/>
              <a:latin typeface="Arial"/>
            </a:endParaRPr>
          </a:p>
          <a:p>
            <a:pPr marL="864000" lvl="1" indent="-324000" algn="l">
              <a:spcBef>
                <a:spcPts val="1134"/>
              </a:spcBef>
              <a:buClr>
                <a:srgbClr val="FFFFFF"/>
              </a:buClr>
              <a:buSzPct val="75000"/>
              <a:buFont typeface="Symbol" charset="2"/>
              <a:buChar char=""/>
            </a:pPr>
            <a:r>
              <a:rPr lang="en-US" sz="2400" b="0" u="none" strike="noStrike">
                <a:solidFill>
                  <a:srgbClr val="FFFFFF"/>
                </a:solidFill>
                <a:effectLst/>
                <a:uFillTx/>
                <a:latin typeface="Arial"/>
              </a:rPr>
              <a:t>Second Outline Level</a:t>
            </a:r>
            <a:endParaRPr lang="en-US" sz="2400" b="0" u="none" strike="noStrike">
              <a:solidFill>
                <a:srgbClr val="FFFFFF"/>
              </a:solidFill>
              <a:effectLst/>
              <a:uFillTx/>
              <a:latin typeface="Arial"/>
            </a:endParaRPr>
          </a:p>
          <a:p>
            <a:pPr marL="1296000" lvl="2" indent="-288000" algn="l">
              <a:spcBef>
                <a:spcPts val="850"/>
              </a:spcBef>
              <a:buClr>
                <a:srgbClr val="FFFFFF"/>
              </a:buClr>
              <a:buSzPct val="45000"/>
              <a:buFont typeface="Wingdings" charset="2"/>
              <a:buChar char=""/>
            </a:pPr>
            <a:r>
              <a:rPr lang="en-US" sz="1800" b="0" u="none" strike="noStrike">
                <a:solidFill>
                  <a:srgbClr val="FFFFFF"/>
                </a:solidFill>
                <a:effectLst/>
                <a:uFillTx/>
                <a:latin typeface="Arial"/>
              </a:rPr>
              <a:t>Third Outline Level</a:t>
            </a:r>
            <a:endParaRPr lang="en-US" sz="1800" b="0" u="none" strike="noStrike">
              <a:solidFill>
                <a:srgbClr val="FFFFFF"/>
              </a:solidFill>
              <a:effectLst/>
              <a:uFillTx/>
              <a:latin typeface="Arial"/>
            </a:endParaRPr>
          </a:p>
          <a:p>
            <a:pPr marL="1728000" lvl="3" indent="-216000" algn="l">
              <a:spcBef>
                <a:spcPts val="567"/>
              </a:spcBef>
              <a:buClr>
                <a:srgbClr val="FFFFFF"/>
              </a:buClr>
              <a:buSzPct val="75000"/>
              <a:buFont typeface="Symbol" charset="2"/>
              <a:buChar char=""/>
            </a:pPr>
            <a:r>
              <a:rPr lang="en-US" sz="1500" b="0" u="none" strike="noStrike">
                <a:solidFill>
                  <a:srgbClr val="FFFFFF"/>
                </a:solidFill>
                <a:effectLst/>
                <a:uFillTx/>
                <a:latin typeface="Arial"/>
              </a:rPr>
              <a:t>Fourth Outline Level</a:t>
            </a:r>
            <a:endParaRPr lang="en-US" sz="1500" b="0" u="none" strike="noStrike">
              <a:solidFill>
                <a:srgbClr val="FFFFFF"/>
              </a:solidFill>
              <a:effectLst/>
              <a:uFillTx/>
              <a:latin typeface="Arial"/>
            </a:endParaRPr>
          </a:p>
          <a:p>
            <a:pPr marL="2160000" lvl="4"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Fifth Outline Level</a:t>
            </a:r>
            <a:endParaRPr lang="en-US" sz="1500" b="0" u="none" strike="noStrike">
              <a:solidFill>
                <a:srgbClr val="FFFFFF"/>
              </a:solidFill>
              <a:effectLst/>
              <a:uFillTx/>
              <a:latin typeface="Arial"/>
            </a:endParaRPr>
          </a:p>
          <a:p>
            <a:pPr marL="2592000" lvl="5"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Sixth Outline Level</a:t>
            </a:r>
            <a:endParaRPr lang="en-US" sz="1500" b="0" u="none" strike="noStrike">
              <a:solidFill>
                <a:srgbClr val="FFFFFF"/>
              </a:solidFill>
              <a:effectLst/>
              <a:uFillTx/>
              <a:latin typeface="Arial"/>
            </a:endParaRPr>
          </a:p>
          <a:p>
            <a:pPr marL="3024000" lvl="6"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Seventh Outline Level</a:t>
            </a:r>
            <a:endParaRPr lang="en-US" sz="1500" b="0" u="none" strike="noStrike">
              <a:solidFill>
                <a:srgbClr val="FFFFFF"/>
              </a:solidFill>
              <a:effectLst/>
              <a:uFillTx/>
              <a:latin typeface="Arial"/>
            </a:endParaRPr>
          </a:p>
        </p:txBody>
      </p:sp>
      <p:sp>
        <p:nvSpPr>
          <p:cNvPr id="5" name="PlaceHolder 3"/>
          <p:cNvSpPr>
            <a:spLocks noGrp="1"/>
          </p:cNvSpPr>
          <p:nvPr>
            <p:ph type="dt" idx="1"/>
          </p:nvPr>
        </p:nvSpPr>
        <p:spPr>
          <a:xfrm>
            <a:off x="504000" y="5164920"/>
            <a:ext cx="2348280" cy="390600"/>
          </a:xfrm>
          <a:prstGeom prst="rect">
            <a:avLst/>
          </a:prstGeom>
          <a:noFill/>
          <a:ln w="0">
            <a:noFill/>
          </a:ln>
        </p:spPr>
        <p:txBody>
          <a:bodyPr lIns="0" tIns="0" rIns="0" bIns="0" anchor="t">
            <a:noAutofit/>
          </a:bodyPr>
          <a:lstStyle>
            <a:lvl1pPr indent="0" algn="l">
              <a:buNone/>
              <a:defRPr lang="en-US" sz="1400" b="0" u="none" strike="noStrike">
                <a:solidFill>
                  <a:srgbClr val="FFFFFF"/>
                </a:solidFill>
                <a:effectLst/>
                <a:uFillTx/>
                <a:latin typeface="Arial"/>
              </a:defRPr>
            </a:lvl1pPr>
          </a:lstStyle>
          <a:p>
            <a:pPr indent="0" algn="l">
              <a:buNone/>
            </a:pPr>
            <a:r>
              <a:rPr lang="en-US" sz="1400" b="0" u="none" strike="noStrike">
                <a:solidFill>
                  <a:srgbClr val="FFFFFF"/>
                </a:solidFill>
                <a:effectLst/>
                <a:uFillTx/>
                <a:latin typeface="Arial"/>
              </a:rPr>
              <a:t>&lt;date/time&gt;</a:t>
            </a:r>
            <a:endParaRPr lang="en-US" sz="1400" b="0" u="none" strike="noStrike">
              <a:solidFill>
                <a:srgbClr val="FFFFFF"/>
              </a:solidFill>
              <a:effectLst/>
              <a:uFillTx/>
              <a:latin typeface="Arial"/>
            </a:endParaRPr>
          </a:p>
        </p:txBody>
      </p:sp>
      <p:sp>
        <p:nvSpPr>
          <p:cNvPr id="6" name="PlaceHolder 4"/>
          <p:cNvSpPr>
            <a:spLocks noGrp="1"/>
          </p:cNvSpPr>
          <p:nvPr>
            <p:ph type="ftr" idx="2"/>
          </p:nvPr>
        </p:nvSpPr>
        <p:spPr>
          <a:xfrm>
            <a:off x="3447360" y="5164920"/>
            <a:ext cx="3195000" cy="390600"/>
          </a:xfrm>
          <a:prstGeom prst="rect">
            <a:avLst/>
          </a:prstGeom>
          <a:noFill/>
          <a:ln w="0">
            <a:noFill/>
          </a:ln>
        </p:spPr>
        <p:txBody>
          <a:bodyPr lIns="0" tIns="0" rIns="0" bIns="0" anchor="t">
            <a:noAutofit/>
          </a:bodyPr>
          <a:lstStyle>
            <a:lvl1pPr indent="0" algn="ctr">
              <a:buNone/>
              <a:defRPr lang="en-US" sz="1400" b="0" u="none" strike="noStrike">
                <a:solidFill>
                  <a:srgbClr val="FFFFFF"/>
                </a:solidFill>
                <a:effectLst/>
                <a:uFillTx/>
                <a:latin typeface="Arial"/>
              </a:defRPr>
            </a:lvl1pPr>
          </a:lstStyle>
          <a:p>
            <a:pPr indent="0" algn="ctr">
              <a:buNone/>
            </a:pPr>
            <a:r>
              <a:rPr lang="en-US" sz="1400" b="0" u="none" strike="noStrike">
                <a:solidFill>
                  <a:srgbClr val="FFFFFF"/>
                </a:solidFill>
                <a:effectLst/>
                <a:uFillTx/>
                <a:latin typeface="Arial"/>
              </a:rPr>
              <a:t>&lt;footer&gt;</a:t>
            </a:r>
            <a:endParaRPr lang="en-US" sz="1400" b="0" u="none" strike="noStrike">
              <a:solidFill>
                <a:srgbClr val="FFFFFF"/>
              </a:solidFill>
              <a:effectLst/>
              <a:uFillTx/>
              <a:latin typeface="Arial"/>
            </a:endParaRPr>
          </a:p>
        </p:txBody>
      </p:sp>
      <p:sp>
        <p:nvSpPr>
          <p:cNvPr id="7" name="PlaceHolder 5"/>
          <p:cNvSpPr>
            <a:spLocks noGrp="1"/>
          </p:cNvSpPr>
          <p:nvPr>
            <p:ph type="sldNum" idx="3"/>
          </p:nvPr>
        </p:nvSpPr>
        <p:spPr>
          <a:xfrm>
            <a:off x="7227360" y="5164920"/>
            <a:ext cx="2348280" cy="390600"/>
          </a:xfrm>
          <a:prstGeom prst="rect">
            <a:avLst/>
          </a:prstGeom>
          <a:noFill/>
          <a:ln w="0">
            <a:noFill/>
          </a:ln>
        </p:spPr>
        <p:txBody>
          <a:bodyPr lIns="0" tIns="0" rIns="0" bIns="0" anchor="t">
            <a:noAutofit/>
          </a:bodyPr>
          <a:lstStyle>
            <a:lvl1pPr indent="0" algn="r">
              <a:buNone/>
              <a:defRPr lang="en-US" sz="1400" b="0" u="none" strike="noStrike">
                <a:solidFill>
                  <a:srgbClr val="FFFFFF"/>
                </a:solidFill>
                <a:effectLst/>
                <a:uFillTx/>
                <a:latin typeface="Arial"/>
              </a:defRPr>
            </a:lvl1pPr>
          </a:lstStyle>
          <a:p>
            <a:pPr indent="0" algn="r">
              <a:buNone/>
            </a:pPr>
            <a:fld id="{9FBC67A1-8540-4637-BBEE-8AFA6114A7D2}" type="slidenum">
              <a:rPr lang="en-US" sz="1400" b="0" u="none" strike="noStrike">
                <a:solidFill>
                  <a:srgbClr val="FFFFFF"/>
                </a:solidFill>
                <a:effectLst/>
                <a:uFillTx/>
                <a:latin typeface="Arial"/>
              </a:rPr>
              <a:t>&lt;number&gt;</a:t>
            </a:fld>
            <a:endParaRPr lang="en-US" sz="1400" b="0" u="none" strike="noStrike">
              <a:solidFill>
                <a:srgbClr val="FFFFFF"/>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Blueprint Plans">
    <p:spTree>
      <p:nvGrpSpPr>
        <p:cNvPr id="1" name=""/>
        <p:cNvGrpSpPr/>
        <p:nvPr/>
      </p:nvGrpSpPr>
      <p:grpSpPr>
        <a:xfrm>
          <a:off x="0" y="0"/>
          <a:ext cx="0" cy="0"/>
          <a:chOff x="0" y="0"/>
          <a:chExt cx="0" cy="0"/>
        </a:xfrm>
      </p:grpSpPr>
      <p:pic>
        <p:nvPicPr>
          <p:cNvPr id="8" name=""/>
          <p:cNvPicPr/>
          <p:nvPr/>
        </p:nvPicPr>
        <p:blipFill>
          <a:blip r:embed="rId2">
            <a:extLst>
              <a:ext uri="{96DAC541-7B7A-43D3-8B79-37D633B846F1}">
                <asvg:svgBlip xmlns:asvg="http://schemas.microsoft.com/office/drawing/2016/SVG/main" r:embed="rId3"/>
              </a:ext>
            </a:extLst>
          </a:blip>
          <a:stretch/>
        </p:blipFill>
        <p:spPr>
          <a:xfrm>
            <a:off x="0" y="0"/>
            <a:ext cx="10080000" cy="5670000"/>
          </a:xfrm>
          <a:prstGeom prst="rect">
            <a:avLst/>
          </a:prstGeom>
          <a:noFill/>
          <a:ln w="18000">
            <a:noFill/>
          </a:ln>
        </p:spPr>
      </p:pic>
      <p:sp>
        <p:nvSpPr>
          <p:cNvPr id="9" name="PlaceHolder 1"/>
          <p:cNvSpPr>
            <a:spLocks noGrp="1"/>
          </p:cNvSpPr>
          <p:nvPr>
            <p:ph type="title"/>
          </p:nvPr>
        </p:nvSpPr>
        <p:spPr>
          <a:xfrm>
            <a:off x="504000" y="810000"/>
            <a:ext cx="9072000" cy="1296000"/>
          </a:xfrm>
          <a:prstGeom prst="rect">
            <a:avLst/>
          </a:prstGeom>
          <a:noFill/>
          <a:ln w="0">
            <a:noFill/>
          </a:ln>
        </p:spPr>
        <p:txBody>
          <a:bodyPr lIns="0" tIns="0" rIns="0" bIns="0" anchor="ctr">
            <a:noAutofit/>
          </a:bodyPr>
          <a:lstStyle>
            <a:lvl1pPr indent="0" algn="ctr">
              <a:buNone/>
              <a:defRPr lang="en-US" sz="4400" b="0" u="none" strike="noStrike">
                <a:solidFill>
                  <a:srgbClr val="FFFFFF"/>
                </a:solidFill>
                <a:effectLst/>
                <a:uFillTx/>
                <a:latin typeface="Arial"/>
              </a:defRPr>
            </a:lvl1pPr>
          </a:lstStyle>
          <a:p>
            <a:pPr indent="0" algn="ctr">
              <a:buNone/>
            </a:pPr>
            <a:r>
              <a:rPr lang="en-US" sz="4400" b="0" u="none" strike="noStrike">
                <a:solidFill>
                  <a:srgbClr val="FFFFFF"/>
                </a:solidFill>
                <a:effectLst/>
                <a:uFillTx/>
                <a:latin typeface="Arial"/>
              </a:rPr>
              <a:t>Click to edit the title text format</a:t>
            </a:r>
            <a:endParaRPr lang="en-US" sz="4400" b="0" u="none" strike="noStrike">
              <a:solidFill>
                <a:srgbClr val="FFFFFF"/>
              </a:solidFill>
              <a:effectLst/>
              <a:uFillTx/>
              <a:latin typeface="Arial"/>
            </a:endParaRPr>
          </a:p>
        </p:txBody>
      </p:sp>
      <p:sp>
        <p:nvSpPr>
          <p:cNvPr id="10" name="PlaceHolder 2"/>
          <p:cNvSpPr>
            <a:spLocks noGrp="1"/>
          </p:cNvSpPr>
          <p:nvPr>
            <p:ph type="body"/>
          </p:nvPr>
        </p:nvSpPr>
        <p:spPr>
          <a:xfrm>
            <a:off x="504000" y="2376000"/>
            <a:ext cx="9072000" cy="2754000"/>
          </a:xfrm>
          <a:prstGeom prst="rect">
            <a:avLst/>
          </a:prstGeom>
          <a:noFill/>
          <a:ln w="0">
            <a:noFill/>
          </a:ln>
        </p:spPr>
        <p:txBody>
          <a:bodyPr lIns="0" tIns="0" rIns="0" bIns="0" anchor="t">
            <a:normAutofit/>
          </a:bodyPr>
          <a:lstStyle>
            <a:lvl1pPr algn="l">
              <a:spcBef>
                <a:spcPts val="1414"/>
              </a:spcBef>
              <a:buClr>
                <a:srgbClr val="FFFFFF"/>
              </a:buClr>
              <a:buSzPct val="45000"/>
              <a:buFont typeface="Wingdings" charset="2"/>
              <a:buChar char=""/>
              <a:defRPr lang="en-US" sz="3200" b="0" u="none" strike="noStrike">
                <a:solidFill>
                  <a:srgbClr val="FFFFFF"/>
                </a:solidFill>
                <a:effectLst/>
                <a:uFillTx/>
                <a:latin typeface="Arial"/>
              </a:defRPr>
            </a:lvl1pPr>
            <a:lvl2pPr lvl="1" algn="l">
              <a:spcBef>
                <a:spcPts val="1134"/>
              </a:spcBef>
              <a:buClr>
                <a:srgbClr val="FFFFFF"/>
              </a:buClr>
              <a:buSzPct val="75000"/>
              <a:buFont typeface="Symbol" charset="2"/>
              <a:buChar char=""/>
              <a:defRPr lang="en-US" sz="2400" b="0" u="none" strike="noStrike">
                <a:solidFill>
                  <a:srgbClr val="FFFFFF"/>
                </a:solidFill>
                <a:effectLst/>
                <a:uFillTx/>
                <a:latin typeface="Arial"/>
              </a:defRPr>
            </a:lvl2pPr>
            <a:lvl3pPr lvl="2" algn="l">
              <a:spcBef>
                <a:spcPts val="850"/>
              </a:spcBef>
              <a:buClr>
                <a:srgbClr val="FFFFFF"/>
              </a:buClr>
              <a:buSzPct val="45000"/>
              <a:buFont typeface="Wingdings" charset="2"/>
              <a:buChar char=""/>
              <a:defRPr lang="en-US" sz="1800" b="0" u="none" strike="noStrike">
                <a:solidFill>
                  <a:srgbClr val="FFFFFF"/>
                </a:solidFill>
                <a:effectLst/>
                <a:uFillTx/>
                <a:latin typeface="Arial"/>
              </a:defRPr>
            </a:lvl3pPr>
            <a:lvl4pPr lvl="3" algn="l">
              <a:spcBef>
                <a:spcPts val="567"/>
              </a:spcBef>
              <a:buClr>
                <a:srgbClr val="FFFFFF"/>
              </a:buClr>
              <a:buSzPct val="75000"/>
              <a:buFont typeface="Symbol" charset="2"/>
              <a:buChar char=""/>
              <a:defRPr lang="en-US" sz="1500" b="0" u="none" strike="noStrike">
                <a:solidFill>
                  <a:srgbClr val="FFFFFF"/>
                </a:solidFill>
                <a:effectLst/>
                <a:uFillTx/>
                <a:latin typeface="Arial"/>
              </a:defRPr>
            </a:lvl4pPr>
            <a:lvl5pPr lvl="4" algn="l">
              <a:spcBef>
                <a:spcPts val="283"/>
              </a:spcBef>
              <a:buClr>
                <a:srgbClr val="FFFFFF"/>
              </a:buClr>
              <a:buSzPct val="45000"/>
              <a:buFont typeface="Wingdings" charset="2"/>
              <a:buChar char=""/>
              <a:defRPr lang="en-US" sz="1500" b="0" u="none" strike="noStrike">
                <a:solidFill>
                  <a:srgbClr val="FFFFFF"/>
                </a:solidFill>
                <a:effectLst/>
                <a:uFillTx/>
                <a:latin typeface="Arial"/>
              </a:defRPr>
            </a:lvl5pPr>
            <a:lvl6pPr lvl="5" algn="l">
              <a:spcBef>
                <a:spcPts val="283"/>
              </a:spcBef>
              <a:buClr>
                <a:srgbClr val="FFFFFF"/>
              </a:buClr>
              <a:buSzPct val="45000"/>
              <a:buFont typeface="Wingdings" charset="2"/>
              <a:buChar char=""/>
              <a:defRPr lang="en-US" sz="1500" b="0" u="none" strike="noStrike">
                <a:solidFill>
                  <a:srgbClr val="FFFFFF"/>
                </a:solidFill>
                <a:effectLst/>
                <a:uFillTx/>
                <a:latin typeface="Arial"/>
              </a:defRPr>
            </a:lvl6pPr>
            <a:lvl7pPr lvl="6" algn="l">
              <a:spcBef>
                <a:spcPts val="283"/>
              </a:spcBef>
              <a:buClr>
                <a:srgbClr val="FFFFFF"/>
              </a:buClr>
              <a:buSzPct val="45000"/>
              <a:buFont typeface="Wingdings" charset="2"/>
              <a:buChar char=""/>
              <a:defRPr lang="en-US" sz="1500" b="0" u="none" strike="noStrike">
                <a:solidFill>
                  <a:srgbClr val="FFFFFF"/>
                </a:solidFill>
                <a:effectLst/>
                <a:uFillTx/>
                <a:latin typeface="Arial"/>
              </a:defRPr>
            </a:lvl7pPr>
          </a:lstStyle>
          <a:p>
            <a:pPr marL="432000" indent="-324000" algn="l">
              <a:spcBef>
                <a:spcPts val="1414"/>
              </a:spcBef>
              <a:buClr>
                <a:srgbClr val="FFFFFF"/>
              </a:buClr>
              <a:buSzPct val="45000"/>
              <a:buFont typeface="Wingdings" charset="2"/>
              <a:buChar char=""/>
            </a:pPr>
            <a:r>
              <a:rPr lang="en-US" sz="3200" b="0" u="none" strike="noStrike">
                <a:solidFill>
                  <a:srgbClr val="FFFFFF"/>
                </a:solidFill>
                <a:effectLst/>
                <a:uFillTx/>
                <a:latin typeface="Arial"/>
              </a:rPr>
              <a:t>Click to edit the outline text format</a:t>
            </a:r>
            <a:endParaRPr lang="en-US" sz="3200" b="0" u="none" strike="noStrike">
              <a:solidFill>
                <a:srgbClr val="FFFFFF"/>
              </a:solidFill>
              <a:effectLst/>
              <a:uFillTx/>
              <a:latin typeface="Arial"/>
            </a:endParaRPr>
          </a:p>
          <a:p>
            <a:pPr marL="864000" lvl="1" indent="-324000" algn="l">
              <a:spcBef>
                <a:spcPts val="1134"/>
              </a:spcBef>
              <a:buClr>
                <a:srgbClr val="FFFFFF"/>
              </a:buClr>
              <a:buSzPct val="75000"/>
              <a:buFont typeface="Symbol" charset="2"/>
              <a:buChar char=""/>
            </a:pPr>
            <a:r>
              <a:rPr lang="en-US" sz="2400" b="0" u="none" strike="noStrike">
                <a:solidFill>
                  <a:srgbClr val="FFFFFF"/>
                </a:solidFill>
                <a:effectLst/>
                <a:uFillTx/>
                <a:latin typeface="Arial"/>
              </a:rPr>
              <a:t>Second Outline Level</a:t>
            </a:r>
            <a:endParaRPr lang="en-US" sz="2400" b="0" u="none" strike="noStrike">
              <a:solidFill>
                <a:srgbClr val="FFFFFF"/>
              </a:solidFill>
              <a:effectLst/>
              <a:uFillTx/>
              <a:latin typeface="Arial"/>
            </a:endParaRPr>
          </a:p>
          <a:p>
            <a:pPr marL="1296000" lvl="2" indent="-288000" algn="l">
              <a:spcBef>
                <a:spcPts val="850"/>
              </a:spcBef>
              <a:buClr>
                <a:srgbClr val="FFFFFF"/>
              </a:buClr>
              <a:buSzPct val="45000"/>
              <a:buFont typeface="Wingdings" charset="2"/>
              <a:buChar char=""/>
            </a:pPr>
            <a:r>
              <a:rPr lang="en-US" sz="1800" b="0" u="none" strike="noStrike">
                <a:solidFill>
                  <a:srgbClr val="FFFFFF"/>
                </a:solidFill>
                <a:effectLst/>
                <a:uFillTx/>
                <a:latin typeface="Arial"/>
              </a:rPr>
              <a:t>Third Outline Level</a:t>
            </a:r>
            <a:endParaRPr lang="en-US" sz="1800" b="0" u="none" strike="noStrike">
              <a:solidFill>
                <a:srgbClr val="FFFFFF"/>
              </a:solidFill>
              <a:effectLst/>
              <a:uFillTx/>
              <a:latin typeface="Arial"/>
            </a:endParaRPr>
          </a:p>
          <a:p>
            <a:pPr marL="1728000" lvl="3" indent="-216000" algn="l">
              <a:spcBef>
                <a:spcPts val="567"/>
              </a:spcBef>
              <a:buClr>
                <a:srgbClr val="FFFFFF"/>
              </a:buClr>
              <a:buSzPct val="75000"/>
              <a:buFont typeface="Symbol" charset="2"/>
              <a:buChar char=""/>
            </a:pPr>
            <a:r>
              <a:rPr lang="en-US" sz="1500" b="0" u="none" strike="noStrike">
                <a:solidFill>
                  <a:srgbClr val="FFFFFF"/>
                </a:solidFill>
                <a:effectLst/>
                <a:uFillTx/>
                <a:latin typeface="Arial"/>
              </a:rPr>
              <a:t>Fourth Outline Level</a:t>
            </a:r>
            <a:endParaRPr lang="en-US" sz="1500" b="0" u="none" strike="noStrike">
              <a:solidFill>
                <a:srgbClr val="FFFFFF"/>
              </a:solidFill>
              <a:effectLst/>
              <a:uFillTx/>
              <a:latin typeface="Arial"/>
            </a:endParaRPr>
          </a:p>
          <a:p>
            <a:pPr marL="2160000" lvl="4"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Fifth Outline Level</a:t>
            </a:r>
            <a:endParaRPr lang="en-US" sz="1500" b="0" u="none" strike="noStrike">
              <a:solidFill>
                <a:srgbClr val="FFFFFF"/>
              </a:solidFill>
              <a:effectLst/>
              <a:uFillTx/>
              <a:latin typeface="Arial"/>
            </a:endParaRPr>
          </a:p>
          <a:p>
            <a:pPr marL="2592000" lvl="5"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Sixth Outline Level</a:t>
            </a:r>
            <a:endParaRPr lang="en-US" sz="1500" b="0" u="none" strike="noStrike">
              <a:solidFill>
                <a:srgbClr val="FFFFFF"/>
              </a:solidFill>
              <a:effectLst/>
              <a:uFillTx/>
              <a:latin typeface="Arial"/>
            </a:endParaRPr>
          </a:p>
          <a:p>
            <a:pPr marL="3024000" lvl="6" indent="-216000" algn="l">
              <a:spcBef>
                <a:spcPts val="283"/>
              </a:spcBef>
              <a:buClr>
                <a:srgbClr val="FFFFFF"/>
              </a:buClr>
              <a:buSzPct val="45000"/>
              <a:buFont typeface="Wingdings" charset="2"/>
              <a:buChar char=""/>
            </a:pPr>
            <a:r>
              <a:rPr lang="en-US" sz="1500" b="0" u="none" strike="noStrike">
                <a:solidFill>
                  <a:srgbClr val="FFFFFF"/>
                </a:solidFill>
                <a:effectLst/>
                <a:uFillTx/>
                <a:latin typeface="Arial"/>
              </a:rPr>
              <a:t>Seventh Outline Level</a:t>
            </a:r>
            <a:endParaRPr lang="en-US" sz="1500" b="0" u="none" strike="noStrike">
              <a:solidFill>
                <a:srgbClr val="FFFFFF"/>
              </a:solidFill>
              <a:effectLst/>
              <a:uFillTx/>
              <a:latin typeface="Arial"/>
            </a:endParaRPr>
          </a:p>
        </p:txBody>
      </p:sp>
      <p:sp>
        <p:nvSpPr>
          <p:cNvPr id="11" name="PlaceHolder 3"/>
          <p:cNvSpPr>
            <a:spLocks noGrp="1"/>
          </p:cNvSpPr>
          <p:nvPr>
            <p:ph type="dt" idx="4"/>
          </p:nvPr>
        </p:nvSpPr>
        <p:spPr>
          <a:xfrm>
            <a:off x="504000" y="5164920"/>
            <a:ext cx="2348280" cy="390600"/>
          </a:xfrm>
          <a:prstGeom prst="rect">
            <a:avLst/>
          </a:prstGeom>
          <a:noFill/>
          <a:ln w="0">
            <a:noFill/>
          </a:ln>
        </p:spPr>
        <p:txBody>
          <a:bodyPr lIns="0" tIns="0" rIns="0" bIns="0" anchor="t">
            <a:noAutofit/>
          </a:bodyPr>
          <a:lstStyle>
            <a:lvl1pPr indent="0" algn="l">
              <a:buNone/>
              <a:defRPr lang="en-US" sz="1400" b="0" u="none" strike="noStrike">
                <a:solidFill>
                  <a:srgbClr val="FFFFFF"/>
                </a:solidFill>
                <a:effectLst/>
                <a:uFillTx/>
                <a:latin typeface="Arial"/>
              </a:defRPr>
            </a:lvl1pPr>
          </a:lstStyle>
          <a:p>
            <a:pPr indent="0" algn="l">
              <a:buNone/>
            </a:pPr>
            <a:r>
              <a:rPr lang="en-US" sz="1400" b="0" u="none" strike="noStrike">
                <a:solidFill>
                  <a:srgbClr val="FFFFFF"/>
                </a:solidFill>
                <a:effectLst/>
                <a:uFillTx/>
                <a:latin typeface="Arial"/>
              </a:rPr>
              <a:t>&lt;date/time&gt;</a:t>
            </a:r>
            <a:endParaRPr lang="en-US" sz="1400" b="0" u="none" strike="noStrike">
              <a:solidFill>
                <a:srgbClr val="FFFFFF"/>
              </a:solidFill>
              <a:effectLst/>
              <a:uFillTx/>
              <a:latin typeface="Arial"/>
            </a:endParaRPr>
          </a:p>
        </p:txBody>
      </p:sp>
      <p:sp>
        <p:nvSpPr>
          <p:cNvPr id="12" name="PlaceHolder 4"/>
          <p:cNvSpPr>
            <a:spLocks noGrp="1"/>
          </p:cNvSpPr>
          <p:nvPr>
            <p:ph type="ftr" idx="5"/>
          </p:nvPr>
        </p:nvSpPr>
        <p:spPr>
          <a:xfrm>
            <a:off x="3447360" y="5164920"/>
            <a:ext cx="3195000" cy="390600"/>
          </a:xfrm>
          <a:prstGeom prst="rect">
            <a:avLst/>
          </a:prstGeom>
          <a:noFill/>
          <a:ln w="0">
            <a:noFill/>
          </a:ln>
        </p:spPr>
        <p:txBody>
          <a:bodyPr lIns="0" tIns="0" rIns="0" bIns="0" anchor="t">
            <a:noAutofit/>
          </a:bodyPr>
          <a:lstStyle>
            <a:lvl1pPr indent="0" algn="ctr">
              <a:buNone/>
              <a:defRPr lang="en-US" sz="1400" b="0" u="none" strike="noStrike">
                <a:solidFill>
                  <a:srgbClr val="FFFFFF"/>
                </a:solidFill>
                <a:effectLst/>
                <a:uFillTx/>
                <a:latin typeface="Arial"/>
              </a:defRPr>
            </a:lvl1pPr>
          </a:lstStyle>
          <a:p>
            <a:pPr indent="0" algn="ctr">
              <a:buNone/>
            </a:pPr>
            <a:r>
              <a:rPr lang="en-US" sz="1400" b="0" u="none" strike="noStrike">
                <a:solidFill>
                  <a:srgbClr val="FFFFFF"/>
                </a:solidFill>
                <a:effectLst/>
                <a:uFillTx/>
                <a:latin typeface="Arial"/>
              </a:rPr>
              <a:t>&lt;footer&gt;</a:t>
            </a:r>
            <a:endParaRPr lang="en-US" sz="1400" b="0" u="none" strike="noStrike">
              <a:solidFill>
                <a:srgbClr val="FFFFFF"/>
              </a:solidFill>
              <a:effectLst/>
              <a:uFillTx/>
              <a:latin typeface="Arial"/>
            </a:endParaRPr>
          </a:p>
        </p:txBody>
      </p:sp>
      <p:sp>
        <p:nvSpPr>
          <p:cNvPr id="13" name="PlaceHolder 5"/>
          <p:cNvSpPr>
            <a:spLocks noGrp="1"/>
          </p:cNvSpPr>
          <p:nvPr>
            <p:ph type="sldNum" idx="6"/>
          </p:nvPr>
        </p:nvSpPr>
        <p:spPr>
          <a:xfrm>
            <a:off x="7227360" y="5164920"/>
            <a:ext cx="2348280" cy="390600"/>
          </a:xfrm>
          <a:prstGeom prst="rect">
            <a:avLst/>
          </a:prstGeom>
          <a:noFill/>
          <a:ln w="0">
            <a:noFill/>
          </a:ln>
        </p:spPr>
        <p:txBody>
          <a:bodyPr lIns="0" tIns="0" rIns="0" bIns="0" anchor="t">
            <a:noAutofit/>
          </a:bodyPr>
          <a:lstStyle>
            <a:lvl1pPr indent="0" algn="r">
              <a:buNone/>
              <a:defRPr lang="en-US" sz="1400" b="0" u="none" strike="noStrike">
                <a:solidFill>
                  <a:srgbClr val="FFFFFF"/>
                </a:solidFill>
                <a:effectLst/>
                <a:uFillTx/>
                <a:latin typeface="Arial"/>
              </a:defRPr>
            </a:lvl1pPr>
          </a:lstStyle>
          <a:p>
            <a:pPr indent="0" algn="r">
              <a:buNone/>
            </a:pPr>
            <a:fld id="{F733A194-9F33-4517-AB29-D271F4FA39EA}" type="slidenum">
              <a:rPr lang="en-US" sz="1400" b="0" u="none" strike="noStrike">
                <a:solidFill>
                  <a:srgbClr val="FFFFFF"/>
                </a:solidFill>
                <a:effectLst/>
                <a:uFillTx/>
                <a:latin typeface="Arial"/>
              </a:rPr>
              <a:t>&lt;number&gt;</a:t>
            </a:fld>
            <a:endParaRPr lang="en-US" sz="1400" b="0" u="none" strike="noStrike">
              <a:solidFill>
                <a:srgbClr val="FFFFFF"/>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rd">
    <p:spTree>
      <p:nvGrpSpPr>
        <p:cNvPr id="1" name=""/>
        <p:cNvGrpSpPr/>
        <p:nvPr/>
      </p:nvGrpSpPr>
      <p:grpSpPr>
        <a:xfrm>
          <a:off x="0" y="0"/>
          <a:ext cx="0" cy="0"/>
          <a:chOff x="0" y="0"/>
          <a:chExt cx="0" cy="0"/>
        </a:xfrm>
      </p:grpSpPr>
      <p:pic>
        <p:nvPicPr>
          <p:cNvPr id="14" name=""/>
          <p:cNvPicPr/>
          <p:nvPr/>
        </p:nvPicPr>
        <p:blipFill>
          <a:blip r:embed="rId2">
            <a:extLst>
              <a:ext uri="{96DAC541-7B7A-43D3-8B79-37D633B846F1}">
                <asvg:svgBlip xmlns:asvg="http://schemas.microsoft.com/office/drawing/2016/SVG/main" r:embed="rId3"/>
              </a:ext>
            </a:extLst>
          </a:blip>
          <a:stretch/>
        </p:blipFill>
        <p:spPr>
          <a:xfrm>
            <a:off x="0" y="0"/>
            <a:ext cx="10080000" cy="5670000"/>
          </a:xfrm>
          <a:prstGeom prst="rect">
            <a:avLst/>
          </a:prstGeom>
          <a:noFill/>
          <a:ln w="18000">
            <a:noFill/>
          </a:ln>
        </p:spPr>
      </p:pic>
      <p:sp>
        <p:nvSpPr>
          <p:cNvPr id="15" name="PlaceHolder 1"/>
          <p:cNvSpPr>
            <a:spLocks noGrp="1"/>
          </p:cNvSpPr>
          <p:nvPr>
            <p:ph type="title"/>
          </p:nvPr>
        </p:nvSpPr>
        <p:spPr>
          <a:xfrm>
            <a:off x="504000" y="225720"/>
            <a:ext cx="9072000" cy="946800"/>
          </a:xfrm>
          <a:prstGeom prst="rect">
            <a:avLst/>
          </a:prstGeom>
          <a:noFill/>
          <a:ln w="0">
            <a:noFill/>
          </a:ln>
        </p:spPr>
        <p:txBody>
          <a:bodyPr lIns="0" tIns="0" rIns="0" bIns="0" anchor="ctr">
            <a:noAutofit/>
          </a:bodyPr>
          <a:lstStyle>
            <a:lvl1pPr indent="0" algn="ctr">
              <a:buNone/>
              <a:defRPr lang="en-US" sz="3300" b="0" u="none" strike="noStrike">
                <a:solidFill>
                  <a:srgbClr val="000000"/>
                </a:solidFill>
                <a:effectLst/>
                <a:uFillTx/>
                <a:latin typeface="Arial"/>
              </a:defRPr>
            </a:lvl1pPr>
          </a:lstStyle>
          <a:p>
            <a:pPr indent="0" algn="ctr">
              <a:buNone/>
            </a:pPr>
            <a:r>
              <a:rPr lang="en-US" sz="3300" b="0" u="none" strike="noStrike">
                <a:solidFill>
                  <a:srgbClr val="000000"/>
                </a:solidFill>
                <a:effectLst/>
                <a:uFillTx/>
                <a:latin typeface="Arial"/>
              </a:rPr>
              <a:t>Click to edit the title text format</a:t>
            </a:r>
            <a:endParaRPr lang="en-US" sz="3300" b="0" u="none" strike="noStrike">
              <a:solidFill>
                <a:srgbClr val="000000"/>
              </a:solidFill>
              <a:effectLst/>
              <a:uFillTx/>
              <a:latin typeface="Arial"/>
            </a:endParaRPr>
          </a:p>
        </p:txBody>
      </p:sp>
      <p:sp>
        <p:nvSpPr>
          <p:cNvPr id="16" name="PlaceHolder 2"/>
          <p:cNvSpPr>
            <a:spLocks noGrp="1"/>
          </p:cNvSpPr>
          <p:nvPr>
            <p:ph type="body"/>
          </p:nvPr>
        </p:nvSpPr>
        <p:spPr>
          <a:xfrm>
            <a:off x="504000" y="1326600"/>
            <a:ext cx="9072000" cy="3288240"/>
          </a:xfrm>
          <a:prstGeom prst="rect">
            <a:avLst/>
          </a:prstGeom>
          <a:noFill/>
          <a:ln w="0">
            <a:noFill/>
          </a:ln>
        </p:spPr>
        <p:txBody>
          <a:bodyPr lIns="0" tIns="0" rIns="0" bIns="0" anchor="t">
            <a:normAutofit/>
          </a:bodyPr>
          <a:lstStyle>
            <a:lvl1pPr algn="l">
              <a:spcBef>
                <a:spcPts val="1060"/>
              </a:spcBef>
              <a:buClr>
                <a:srgbClr val="000000"/>
              </a:buClr>
              <a:buSzPct val="45000"/>
              <a:buFont typeface="Wingdings" charset="2"/>
              <a:buChar char=""/>
              <a:defRPr lang="en-US" sz="2400" b="0" u="none" strike="noStrike">
                <a:solidFill>
                  <a:srgbClr val="000000"/>
                </a:solidFill>
                <a:effectLst/>
                <a:uFillTx/>
                <a:latin typeface="Arial"/>
              </a:defRPr>
            </a:lvl1pPr>
            <a:lvl2pPr lvl="1" algn="l">
              <a:spcBef>
                <a:spcPts val="850"/>
              </a:spcBef>
              <a:buClr>
                <a:srgbClr val="000000"/>
              </a:buClr>
              <a:buSzPct val="75000"/>
              <a:buFont typeface="Symbol" charset="2"/>
              <a:buChar char=""/>
              <a:defRPr lang="en-US" sz="2100" b="0" u="none" strike="noStrike">
                <a:solidFill>
                  <a:srgbClr val="000000"/>
                </a:solidFill>
                <a:effectLst/>
                <a:uFillTx/>
                <a:latin typeface="Arial"/>
              </a:defRPr>
            </a:lvl2pPr>
            <a:lvl3pPr lvl="2" algn="l">
              <a:spcBef>
                <a:spcPts val="638"/>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425"/>
              </a:spcBef>
              <a:buClr>
                <a:srgbClr val="000000"/>
              </a:buClr>
              <a:buSzPct val="75000"/>
              <a:buFont typeface="Symbol" charset="2"/>
              <a:buChar char=""/>
              <a:defRPr lang="en-US" sz="1500" b="0" u="none" strike="noStrike">
                <a:solidFill>
                  <a:srgbClr val="000000"/>
                </a:solidFill>
                <a:effectLst/>
                <a:uFillTx/>
                <a:latin typeface="Arial"/>
              </a:defRPr>
            </a:lvl4pPr>
            <a:lvl5pPr lvl="4" algn="l">
              <a:spcBef>
                <a:spcPts val="213"/>
              </a:spcBef>
              <a:buClr>
                <a:srgbClr val="000000"/>
              </a:buClr>
              <a:buSzPct val="45000"/>
              <a:buFont typeface="Wingdings" charset="2"/>
              <a:buChar char=""/>
              <a:defRPr lang="en-US" sz="1500" b="0" u="none" strike="noStrike">
                <a:solidFill>
                  <a:srgbClr val="000000"/>
                </a:solidFill>
                <a:effectLst/>
                <a:uFillTx/>
                <a:latin typeface="Arial"/>
              </a:defRPr>
            </a:lvl5pPr>
            <a:lvl6pPr lvl="5" algn="l">
              <a:spcBef>
                <a:spcPts val="213"/>
              </a:spcBef>
              <a:buClr>
                <a:srgbClr val="000000"/>
              </a:buClr>
              <a:buSzPct val="45000"/>
              <a:buFont typeface="Wingdings" charset="2"/>
              <a:buChar char=""/>
              <a:defRPr lang="en-US" sz="1500" b="0" u="none" strike="noStrike">
                <a:solidFill>
                  <a:srgbClr val="000000"/>
                </a:solidFill>
                <a:effectLst/>
                <a:uFillTx/>
                <a:latin typeface="Arial"/>
              </a:defRPr>
            </a:lvl6pPr>
            <a:lvl7pPr lvl="6" algn="l">
              <a:spcBef>
                <a:spcPts val="213"/>
              </a:spcBef>
              <a:buClr>
                <a:srgbClr val="000000"/>
              </a:buClr>
              <a:buSzPct val="45000"/>
              <a:buFont typeface="Wingdings" charset="2"/>
              <a:buChar char=""/>
              <a:defRPr lang="en-US" sz="1500" b="0" u="none" strike="noStrike">
                <a:solidFill>
                  <a:srgbClr val="000000"/>
                </a:solidFill>
                <a:effectLst/>
                <a:uFillTx/>
                <a:latin typeface="Arial"/>
              </a:defRPr>
            </a:lvl7pPr>
          </a:lstStyle>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lgn="l">
              <a:spcBef>
                <a:spcPts val="850"/>
              </a:spcBef>
              <a:buClr>
                <a:srgbClr val="000000"/>
              </a:buClr>
              <a:buSzPct val="75000"/>
              <a:buFont typeface="Symbol" charset="2"/>
              <a:buChar char=""/>
            </a:pPr>
            <a:r>
              <a:rPr lang="en-US" sz="2100" b="0" u="none" strike="noStrike">
                <a:solidFill>
                  <a:srgbClr val="000000"/>
                </a:solidFill>
                <a:effectLst/>
                <a:uFillTx/>
                <a:latin typeface="Arial"/>
              </a:rPr>
              <a:t>Second Outline Level</a:t>
            </a:r>
            <a:endParaRPr lang="en-US" sz="2100" b="0" u="none" strike="noStrike">
              <a:solidFill>
                <a:srgbClr val="000000"/>
              </a:solidFill>
              <a:effectLst/>
              <a:uFillTx/>
              <a:latin typeface="Arial"/>
            </a:endParaRPr>
          </a:p>
          <a:p>
            <a:pPr marL="1296000" lvl="2" indent="-288000" algn="l">
              <a:spcBef>
                <a:spcPts val="638"/>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425"/>
              </a:spcBef>
              <a:buClr>
                <a:srgbClr val="000000"/>
              </a:buClr>
              <a:buSzPct val="75000"/>
              <a:buFont typeface="Symbol" charset="2"/>
              <a:buChar char=""/>
            </a:pPr>
            <a:r>
              <a:rPr lang="en-US" sz="1500" b="0" u="none" strike="noStrike">
                <a:solidFill>
                  <a:srgbClr val="000000"/>
                </a:solidFill>
                <a:effectLst/>
                <a:uFillTx/>
                <a:latin typeface="Arial"/>
              </a:rPr>
              <a:t>Fourth Outline Level</a:t>
            </a:r>
            <a:endParaRPr lang="en-US" sz="1500" b="0" u="none" strike="noStrike">
              <a:solidFill>
                <a:srgbClr val="000000"/>
              </a:solidFill>
              <a:effectLst/>
              <a:uFillTx/>
              <a:latin typeface="Arial"/>
            </a:endParaRPr>
          </a:p>
          <a:p>
            <a:pPr marL="2160000" lvl="4" indent="-216000" algn="l">
              <a:spcBef>
                <a:spcPts val="213"/>
              </a:spcBef>
              <a:buClr>
                <a:srgbClr val="000000"/>
              </a:buClr>
              <a:buSzPct val="45000"/>
              <a:buFont typeface="Wingdings" charset="2"/>
              <a:buChar char=""/>
            </a:pPr>
            <a:r>
              <a:rPr lang="en-US" sz="1500" b="0" u="none" strike="noStrike">
                <a:solidFill>
                  <a:srgbClr val="000000"/>
                </a:solidFill>
                <a:effectLst/>
                <a:uFillTx/>
                <a:latin typeface="Arial"/>
              </a:rPr>
              <a:t>Fifth Outline Level</a:t>
            </a:r>
            <a:endParaRPr lang="en-US" sz="1500" b="0" u="none" strike="noStrike">
              <a:solidFill>
                <a:srgbClr val="000000"/>
              </a:solidFill>
              <a:effectLst/>
              <a:uFillTx/>
              <a:latin typeface="Arial"/>
            </a:endParaRPr>
          </a:p>
          <a:p>
            <a:pPr marL="2592000" lvl="5" indent="-216000" algn="l">
              <a:spcBef>
                <a:spcPts val="213"/>
              </a:spcBef>
              <a:buClr>
                <a:srgbClr val="000000"/>
              </a:buClr>
              <a:buSzPct val="45000"/>
              <a:buFont typeface="Wingdings" charset="2"/>
              <a:buChar char=""/>
            </a:pPr>
            <a:r>
              <a:rPr lang="en-US" sz="1500" b="0" u="none" strike="noStrike">
                <a:solidFill>
                  <a:srgbClr val="000000"/>
                </a:solidFill>
                <a:effectLst/>
                <a:uFillTx/>
                <a:latin typeface="Arial"/>
              </a:rPr>
              <a:t>Sixth Outline Level</a:t>
            </a:r>
            <a:endParaRPr lang="en-US" sz="1500" b="0" u="none" strike="noStrike">
              <a:solidFill>
                <a:srgbClr val="000000"/>
              </a:solidFill>
              <a:effectLst/>
              <a:uFillTx/>
              <a:latin typeface="Arial"/>
            </a:endParaRPr>
          </a:p>
          <a:p>
            <a:pPr marL="3024000" lvl="6" indent="-216000" algn="l">
              <a:spcBef>
                <a:spcPts val="213"/>
              </a:spcBef>
              <a:buClr>
                <a:srgbClr val="000000"/>
              </a:buClr>
              <a:buSzPct val="45000"/>
              <a:buFont typeface="Wingdings" charset="2"/>
              <a:buChar char=""/>
            </a:pPr>
            <a:r>
              <a:rPr lang="en-US" sz="1500" b="0" u="none" strike="noStrike">
                <a:solidFill>
                  <a:srgbClr val="000000"/>
                </a:solidFill>
                <a:effectLst/>
                <a:uFillTx/>
                <a:latin typeface="Arial"/>
              </a:rPr>
              <a:t>Seventh Outline Level</a:t>
            </a:r>
            <a:endParaRPr lang="en-US" sz="1500" b="0" u="none" strike="noStrike">
              <a:solidFill>
                <a:srgbClr val="000000"/>
              </a:solidFill>
              <a:effectLst/>
              <a:uFillTx/>
              <a:latin typeface="Arial"/>
            </a:endParaRPr>
          </a:p>
        </p:txBody>
      </p:sp>
      <p:sp>
        <p:nvSpPr>
          <p:cNvPr id="17" name="PlaceHolder 3"/>
          <p:cNvSpPr>
            <a:spLocks noGrp="1"/>
          </p:cNvSpPr>
          <p:nvPr>
            <p:ph type="dt" idx="7"/>
          </p:nvPr>
        </p:nvSpPr>
        <p:spPr>
          <a:xfrm>
            <a:off x="504000" y="5165280"/>
            <a:ext cx="2348280" cy="39096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Arial"/>
              </a:defRPr>
            </a:lvl1pPr>
          </a:lstStyle>
          <a:p>
            <a:pPr indent="0" algn="l">
              <a:buNone/>
            </a:pPr>
            <a:r>
              <a:rPr lang="en-US" sz="1400" b="0" u="none" strike="noStrike">
                <a:solidFill>
                  <a:srgbClr val="000000"/>
                </a:solidFill>
                <a:effectLst/>
                <a:uFillTx/>
                <a:latin typeface="Arial"/>
              </a:rPr>
              <a:t>&lt;date/time&gt;</a:t>
            </a:r>
            <a:endParaRPr lang="en-US" sz="1400" b="0" u="none" strike="noStrike">
              <a:solidFill>
                <a:srgbClr val="000000"/>
              </a:solidFill>
              <a:effectLst/>
              <a:uFillTx/>
              <a:latin typeface="Arial"/>
            </a:endParaRPr>
          </a:p>
        </p:txBody>
      </p:sp>
      <p:sp>
        <p:nvSpPr>
          <p:cNvPr id="18" name="PlaceHolder 4"/>
          <p:cNvSpPr>
            <a:spLocks noGrp="1"/>
          </p:cNvSpPr>
          <p:nvPr>
            <p:ph type="ftr" idx="8"/>
          </p:nvPr>
        </p:nvSpPr>
        <p:spPr>
          <a:xfrm>
            <a:off x="3447360" y="5165280"/>
            <a:ext cx="3195000" cy="390960"/>
          </a:xfrm>
          <a:prstGeom prst="rect">
            <a:avLst/>
          </a:prstGeom>
          <a:noFill/>
          <a:ln w="0">
            <a:noFill/>
          </a:ln>
        </p:spPr>
        <p:txBody>
          <a:bodyPr lIns="0" tIns="0" rIns="0" bIns="0" anchor="t">
            <a:noAutofit/>
          </a:bodyPr>
          <a:lstStyle>
            <a:lvl1pPr indent="0" algn="ctr">
              <a:buNone/>
              <a:defRPr lang="en-US" sz="1400" b="0" u="none" strike="noStrike">
                <a:solidFill>
                  <a:srgbClr val="000000"/>
                </a:solidFill>
                <a:effectLst/>
                <a:uFillTx/>
                <a:latin typeface="Arial"/>
              </a:defRPr>
            </a:lvl1pPr>
          </a:lstStyle>
          <a:p>
            <a:pPr indent="0" algn="ctr">
              <a:buNone/>
            </a:pPr>
            <a:r>
              <a:rPr lang="en-US" sz="1400" b="0" u="none" strike="noStrike">
                <a:solidFill>
                  <a:srgbClr val="000000"/>
                </a:solidFill>
                <a:effectLst/>
                <a:uFillTx/>
                <a:latin typeface="Arial"/>
              </a:rPr>
              <a:t>&lt;footer&gt;</a:t>
            </a:r>
            <a:endParaRPr lang="en-US" sz="1400" b="0" u="none" strike="noStrike">
              <a:solidFill>
                <a:srgbClr val="000000"/>
              </a:solidFill>
              <a:effectLst/>
              <a:uFillTx/>
              <a:latin typeface="Arial"/>
            </a:endParaRPr>
          </a:p>
        </p:txBody>
      </p:sp>
      <p:sp>
        <p:nvSpPr>
          <p:cNvPr id="19" name="PlaceHolder 5"/>
          <p:cNvSpPr>
            <a:spLocks noGrp="1"/>
          </p:cNvSpPr>
          <p:nvPr>
            <p:ph type="sldNum" idx="9"/>
          </p:nvPr>
        </p:nvSpPr>
        <p:spPr>
          <a:xfrm>
            <a:off x="7227360" y="5165280"/>
            <a:ext cx="2348280" cy="3909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Arial"/>
              </a:defRPr>
            </a:lvl1pPr>
          </a:lstStyle>
          <a:p>
            <a:pPr indent="0" algn="r">
              <a:buNone/>
            </a:pPr>
            <a:fld id="{BFB0BA68-3FAF-4971-9700-292D6168F651}" type="slidenum">
              <a:rPr lang="en-US" sz="1400" b="0" u="none" strike="noStrike">
                <a:solidFill>
                  <a:srgbClr val="000000"/>
                </a:solidFill>
                <a:effectLst/>
                <a:uFillTx/>
                <a:latin typeface="Arial"/>
              </a:rPr>
              <a:t>&lt;number&gt;</a:t>
            </a:fld>
            <a:endParaRPr lang="en-US" sz="14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title"/>
          </p:nvPr>
        </p:nvSpPr>
        <p:spPr>
          <a:xfrm>
            <a:off x="504000" y="605880"/>
            <a:ext cx="9072000" cy="1704600"/>
          </a:xfrm>
          <a:prstGeom prst="rect">
            <a:avLst/>
          </a:prstGeom>
          <a:noFill/>
          <a:ln w="0">
            <a:noFill/>
          </a:ln>
        </p:spPr>
        <p:txBody>
          <a:bodyPr lIns="0" tIns="0" rIns="0" bIns="0" anchor="ctr">
            <a:spAutoFit/>
          </a:bodyPr>
          <a:p>
            <a:pPr indent="0" algn="ctr">
              <a:buNone/>
            </a:pPr>
            <a:r>
              <a:rPr lang="en-US" sz="6000" b="0" u="none" strike="noStrike">
                <a:solidFill>
                  <a:srgbClr val="FFFFFF"/>
                </a:solidFill>
                <a:effectLst/>
                <a:uFillTx/>
                <a:latin typeface="Arial"/>
              </a:rPr>
              <a:t>Dimensionality Reduction with PCA </a:t>
            </a:r>
            <a:endParaRPr lang="en-US" sz="6000" b="0" u="none" strike="noStrike">
              <a:solidFill>
                <a:srgbClr val="FFFFFF"/>
              </a:solidFill>
              <a:effectLst/>
              <a:uFillTx/>
              <a:latin typeface="Arial"/>
            </a:endParaRPr>
          </a:p>
        </p:txBody>
      </p:sp>
      <p:sp>
        <p:nvSpPr>
          <p:cNvPr id="21" name="PlaceHolder 2"/>
          <p:cNvSpPr>
            <a:spLocks noGrp="1"/>
          </p:cNvSpPr>
          <p:nvPr>
            <p:ph type="subTitle"/>
          </p:nvPr>
        </p:nvSpPr>
        <p:spPr>
          <a:xfrm>
            <a:off x="504000" y="2376000"/>
            <a:ext cx="9072000" cy="2754000"/>
          </a:xfrm>
          <a:prstGeom prst="rect">
            <a:avLst/>
          </a:prstGeom>
          <a:noFill/>
          <a:ln w="0">
            <a:noFill/>
          </a:ln>
        </p:spPr>
        <p:txBody>
          <a:bodyPr lIns="0" tIns="0" rIns="0" bIns="0" anchor="ctr">
            <a:spAutoFit/>
          </a:bodyPr>
          <a:p>
            <a:pPr indent="0" algn="ctr">
              <a:buNone/>
            </a:pPr>
            <a:r>
              <a:rPr lang="en-US" sz="3200" b="0" u="none" strike="noStrike">
                <a:solidFill>
                  <a:srgbClr val="FFFFFF"/>
                </a:solidFill>
                <a:effectLst/>
                <a:uFillTx/>
                <a:latin typeface="Arial"/>
              </a:rPr>
              <a:t>PREPARED BY BAHARIA</a:t>
            </a:r>
            <a:endParaRPr lang="en-US" sz="3200" b="0" u="none" strike="noStrike">
              <a:solidFill>
                <a:srgbClr val="FFFFFF"/>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INTRO.</a:t>
            </a:r>
            <a:endParaRPr lang="en-US" sz="3300" b="0" u="none" strike="noStrike">
              <a:solidFill>
                <a:srgbClr val="000000"/>
              </a:solidFill>
              <a:effectLst/>
              <a:uFillTx/>
              <a:latin typeface="Arial"/>
            </a:endParaRPr>
          </a:p>
        </p:txBody>
      </p:sp>
      <p:sp>
        <p:nvSpPr>
          <p:cNvPr id="23" name="PlaceHolder 2"/>
          <p:cNvSpPr>
            <a:spLocks noGrp="1"/>
          </p:cNvSpPr>
          <p:nvPr>
            <p:ph/>
          </p:nvPr>
        </p:nvSpPr>
        <p:spPr>
          <a:xfrm>
            <a:off x="504000" y="1326600"/>
            <a:ext cx="9072000" cy="3288240"/>
          </a:xfrm>
          <a:prstGeom prst="rect">
            <a:avLst/>
          </a:prstGeom>
          <a:noFill/>
          <a:ln w="0">
            <a:noFill/>
          </a:ln>
        </p:spPr>
        <p:txBody>
          <a:bodyPr lIns="0" tIns="0" rIns="0" bIns="0" anchor="t">
            <a:normAutofit fontScale="85000" lnSpcReduction="9999"/>
          </a:bodyPr>
          <a:p>
            <a:pPr marL="432000" indent="0" algn="l">
              <a:spcBef>
                <a:spcPts val="1060"/>
              </a:spcBef>
              <a:buNone/>
            </a:pPr>
            <a:r>
              <a:rPr lang="en-US" sz="2400" b="0" u="none" strike="noStrike">
                <a:solidFill>
                  <a:srgbClr val="000000"/>
                </a:solidFill>
                <a:effectLst/>
                <a:uFillTx/>
                <a:latin typeface="Arial"/>
              </a:rPr>
              <a:t>In this chapter, we will discuss a technique for reducing the dimensions of data called Principal Component Analysis (PCA).</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We will use PCA to visualize a high-dimensional dataset in two dimensions, and build a face recognition system.</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Dimensionality reduction is motivated by several problems. </a:t>
            </a:r>
            <a:endParaRPr lang="en-US" sz="2400" b="0" u="none" strike="noStrike">
              <a:solidFill>
                <a:srgbClr val="000000"/>
              </a:solidFill>
              <a:effectLst/>
              <a:uFillTx/>
              <a:latin typeface="Arial"/>
            </a:endParaRPr>
          </a:p>
          <a:p>
            <a:pPr marL="864000" lvl="1" indent="-324000" algn="l">
              <a:spcBef>
                <a:spcPts val="850"/>
              </a:spcBef>
              <a:buClr>
                <a:srgbClr val="000000"/>
              </a:buClr>
              <a:buSzPct val="75000"/>
              <a:buFont typeface="Symbol" charset="2"/>
              <a:buChar char=""/>
            </a:pPr>
            <a:r>
              <a:rPr lang="en-US" sz="2100" b="0" u="none" strike="noStrike">
                <a:solidFill>
                  <a:srgbClr val="000000"/>
                </a:solidFill>
                <a:effectLst/>
                <a:uFillTx/>
                <a:latin typeface="Arial"/>
              </a:rPr>
              <a:t>First, it can be used to  mitigate problems caused by the curse of dimensionality. </a:t>
            </a:r>
            <a:endParaRPr lang="en-US" sz="2100" b="0" u="none" strike="noStrike">
              <a:solidFill>
                <a:srgbClr val="000000"/>
              </a:solidFill>
              <a:effectLst/>
              <a:uFillTx/>
              <a:latin typeface="Arial"/>
            </a:endParaRPr>
          </a:p>
          <a:p>
            <a:pPr marL="864000" lvl="1" indent="-324000" algn="l">
              <a:spcBef>
                <a:spcPts val="850"/>
              </a:spcBef>
              <a:buClr>
                <a:srgbClr val="000000"/>
              </a:buClr>
              <a:buSzPct val="75000"/>
              <a:buFont typeface="Symbol" charset="2"/>
              <a:buChar char=""/>
            </a:pPr>
            <a:r>
              <a:rPr lang="en-US" sz="2100" b="0" u="none" strike="noStrike">
                <a:solidFill>
                  <a:srgbClr val="000000"/>
                </a:solidFill>
                <a:effectLst/>
                <a:uFillTx/>
                <a:latin typeface="Arial"/>
              </a:rPr>
              <a:t>Second, dimensionality reduction can be used to compress data while minimizing the amount of information that is lost. </a:t>
            </a:r>
            <a:endParaRPr lang="en-US" sz="2100" b="0" u="none" strike="noStrike">
              <a:solidFill>
                <a:srgbClr val="000000"/>
              </a:solidFill>
              <a:effectLst/>
              <a:uFillTx/>
              <a:latin typeface="Arial"/>
            </a:endParaRPr>
          </a:p>
          <a:p>
            <a:pPr marL="864000" lvl="1" indent="-324000" algn="l">
              <a:spcBef>
                <a:spcPts val="850"/>
              </a:spcBef>
              <a:buClr>
                <a:srgbClr val="000000"/>
              </a:buClr>
              <a:buSzPct val="75000"/>
              <a:buFont typeface="Symbol" charset="2"/>
              <a:buChar char=""/>
            </a:pPr>
            <a:r>
              <a:rPr lang="en-US" sz="2100" b="0" u="none" strike="noStrike">
                <a:solidFill>
                  <a:srgbClr val="000000"/>
                </a:solidFill>
                <a:effectLst/>
                <a:uFillTx/>
                <a:latin typeface="Arial"/>
              </a:rPr>
              <a:t>Third, understanding the structure of data with hundreds of dimensions can be difficult; data with only two or three dimensions can be visualized easily.</a:t>
            </a:r>
            <a:endParaRPr lang="en-US" sz="21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Overview of PCA</a:t>
            </a:r>
            <a:endParaRPr lang="en-US" sz="3300" b="0" u="none" strike="noStrike">
              <a:solidFill>
                <a:srgbClr val="000000"/>
              </a:solidFill>
              <a:effectLst/>
              <a:uFillTx/>
              <a:latin typeface="Arial"/>
            </a:endParaRPr>
          </a:p>
        </p:txBody>
      </p:sp>
      <p:sp>
        <p:nvSpPr>
          <p:cNvPr id="25" name="PlaceHolder 2"/>
          <p:cNvSpPr>
            <a:spLocks noGrp="1"/>
          </p:cNvSpPr>
          <p:nvPr>
            <p:ph/>
          </p:nvPr>
        </p:nvSpPr>
        <p:spPr>
          <a:xfrm>
            <a:off x="504000" y="1326600"/>
            <a:ext cx="9072000" cy="3288240"/>
          </a:xfrm>
          <a:prstGeom prst="rect">
            <a:avLst/>
          </a:prstGeom>
          <a:noFill/>
          <a:ln w="0">
            <a:noFill/>
          </a:ln>
        </p:spPr>
        <p:txBody>
          <a:bodyPr lIns="0" tIns="0" rIns="0" bIns="0" anchor="t">
            <a:normAutofit fontScale="62500" lnSpcReduction="19999"/>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Principal Component Analysis, also known as the Karhunen-Loeve Transform, is a technique used to search for patterns in high-dimensional data. PCA is commonly used to explore and visualize high-dimensional data sets.</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 It can also be used to compress data, and process data before it is used by another estimator. </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PCA reduces a set of possibly-correlated, high-dimensional variables to a lower-dimensional set of linearly uncorrelated synthetic variables called principal components. </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The lower-dimensional data will preserve as much of the variance of the original data as possible.</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PCA reduces the dimensions of a data set by projecting the data onto a lower-dimensional subspace. For example, a two dimensional data set could be reduced by projecting the points onto a line.</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The motivation of PCA is similar; it can project data in a high-dimensional space to a lower-dimensional space that retains as much of the variance as possible. </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PCA rotates the data set to align with its principal components to maximize the variance contained within the first several principal components. Assume that we have the data set that is plotted in the following figure:</a:t>
            </a:r>
            <a:endParaRPr lang="en-US" sz="24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Cont.</a:t>
            </a:r>
            <a:endParaRPr lang="en-US" sz="3300" b="0" u="none" strike="noStrike">
              <a:solidFill>
                <a:srgbClr val="000000"/>
              </a:solidFill>
              <a:effectLst/>
              <a:uFillTx/>
              <a:latin typeface="Arial"/>
            </a:endParaRPr>
          </a:p>
        </p:txBody>
      </p:sp>
      <p:sp>
        <p:nvSpPr>
          <p:cNvPr id="27" name="PlaceHolder 2"/>
          <p:cNvSpPr>
            <a:spLocks noGrp="1"/>
          </p:cNvSpPr>
          <p:nvPr>
            <p:ph/>
          </p:nvPr>
        </p:nvSpPr>
        <p:spPr>
          <a:xfrm>
            <a:off x="504000" y="1326600"/>
            <a:ext cx="9072000" cy="3288240"/>
          </a:xfrm>
          <a:prstGeom prst="rect">
            <a:avLst/>
          </a:prstGeom>
          <a:noFill/>
          <a:ln w="0">
            <a:noFill/>
          </a:ln>
        </p:spPr>
        <p:txBody>
          <a:bodyPr lIns="0" tIns="0" rIns="0" bIns="0" anchor="t">
            <a:normAutofit/>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Sample of graphs</a:t>
            </a: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p:txBody>
      </p:sp>
      <p:pic>
        <p:nvPicPr>
          <p:cNvPr id="28" name=""/>
          <p:cNvPicPr/>
          <p:nvPr/>
        </p:nvPicPr>
        <p:blipFill>
          <a:blip r:embed="rId1"/>
          <a:stretch/>
        </p:blipFill>
        <p:spPr>
          <a:xfrm rot="21585600">
            <a:off x="1376640" y="1834560"/>
            <a:ext cx="2736000" cy="2475720"/>
          </a:xfrm>
          <a:prstGeom prst="rect">
            <a:avLst/>
          </a:prstGeom>
          <a:noFill/>
          <a:ln w="18000">
            <a:noFill/>
          </a:ln>
        </p:spPr>
      </p:pic>
      <p:pic>
        <p:nvPicPr>
          <p:cNvPr id="29" name=""/>
          <p:cNvPicPr/>
          <p:nvPr/>
        </p:nvPicPr>
        <p:blipFill>
          <a:blip r:embed="rId2"/>
          <a:stretch/>
        </p:blipFill>
        <p:spPr>
          <a:xfrm>
            <a:off x="5715000" y="1783080"/>
            <a:ext cx="2743200" cy="2560320"/>
          </a:xfrm>
          <a:prstGeom prst="rect">
            <a:avLst/>
          </a:prstGeom>
          <a:noFill/>
          <a:ln w="18000">
            <a:noFill/>
          </a:ln>
        </p:spPr>
      </p:pic>
      <p:sp>
        <p:nvSpPr>
          <p:cNvPr id="30" name=""/>
          <p:cNvSpPr/>
          <p:nvPr/>
        </p:nvSpPr>
        <p:spPr>
          <a:xfrm>
            <a:off x="4572000" y="2743200"/>
            <a:ext cx="359640" cy="359640"/>
          </a:xfrm>
          <a:prstGeom prst="rightArrow">
            <a:avLst>
              <a:gd name="adj1" fmla="val 50000"/>
              <a:gd name="adj2" fmla="val 25000"/>
            </a:avLst>
          </a:prstGeom>
          <a:solidFill>
            <a:srgbClr val="59A5BF"/>
          </a:solidFill>
          <a:ln w="18000">
            <a:solidFill>
              <a:srgbClr val="2382A1"/>
            </a:solidFill>
            <a:round/>
          </a:ln>
        </p:spPr>
        <p:style>
          <a:lnRef idx="0"/>
          <a:fillRef idx="0"/>
          <a:effectRef idx="0"/>
          <a:fontRef idx="minor"/>
        </p:style>
        <p:txBody>
          <a:bodyPr wrap="none" lIns="90000" tIns="45000" rIns="90000" bIns="45000" anchor="ctr">
            <a:noAutofit/>
          </a:bodyPr>
          <a:p>
            <a:pPr algn="ctr"/>
            <a:endParaRPr lang="en-US" sz="1800" b="0" u="none" strike="noStrike">
              <a:solidFill>
                <a:srgbClr val="FFFFFF"/>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Cont.</a:t>
            </a:r>
            <a:endParaRPr lang="en-US" sz="3300" b="0" u="none" strike="noStrike">
              <a:solidFill>
                <a:srgbClr val="000000"/>
              </a:solidFill>
              <a:effectLst/>
              <a:uFillTx/>
              <a:latin typeface="Arial"/>
            </a:endParaRPr>
          </a:p>
        </p:txBody>
      </p:sp>
      <p:sp>
        <p:nvSpPr>
          <p:cNvPr id="32" name="PlaceHolder 2"/>
          <p:cNvSpPr>
            <a:spLocks noGrp="1"/>
          </p:cNvSpPr>
          <p:nvPr>
            <p:ph/>
          </p:nvPr>
        </p:nvSpPr>
        <p:spPr>
          <a:xfrm>
            <a:off x="504000" y="1326600"/>
            <a:ext cx="9072000" cy="3288240"/>
          </a:xfrm>
          <a:prstGeom prst="rect">
            <a:avLst/>
          </a:prstGeom>
          <a:noFill/>
          <a:ln w="0">
            <a:noFill/>
          </a:ln>
        </p:spPr>
        <p:txBody>
          <a:bodyPr lIns="0" tIns="0" rIns="0" bIns="0" anchor="t">
            <a:normAutofit fontScale="85000" lnSpcReduction="9999"/>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The instances vary more along the dashed line than the dotted line. In fact, the dashed line is the first principal component. </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The second principal component must be orthogonal to the first principal component; that is, the second principal component must be statistically independent, and will appear to be perpendicular to the first principal component when it is plotted</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PCA is most useful when the variance in a data set is distributed unevenly across the dimensions. Consider a three-dimensional data set with a spherical convex hull. PCA cannot be used effectively with this data set because there is equal variance in each dimension; none of the dimensions can be discarded without losing a significant amount of information.</a:t>
            </a:r>
            <a:endParaRPr lang="en-US" sz="24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Performing Principal Component Analysis</a:t>
            </a:r>
            <a:endParaRPr lang="en-US" sz="3300" b="0" u="none" strike="noStrike">
              <a:solidFill>
                <a:srgbClr val="000000"/>
              </a:solidFill>
              <a:effectLst/>
              <a:uFillTx/>
              <a:latin typeface="Arial"/>
            </a:endParaRPr>
          </a:p>
        </p:txBody>
      </p:sp>
      <p:sp>
        <p:nvSpPr>
          <p:cNvPr id="34" name="PlaceHolder 2"/>
          <p:cNvSpPr>
            <a:spLocks noGrp="1"/>
          </p:cNvSpPr>
          <p:nvPr>
            <p:ph/>
          </p:nvPr>
        </p:nvSpPr>
        <p:spPr>
          <a:xfrm>
            <a:off x="504000" y="1326600"/>
            <a:ext cx="9072000" cy="3288240"/>
          </a:xfrm>
          <a:prstGeom prst="rect">
            <a:avLst/>
          </a:prstGeom>
          <a:noFill/>
          <a:ln w="0">
            <a:noFill/>
          </a:ln>
        </p:spPr>
        <p:txBody>
          <a:bodyPr lIns="0" tIns="0" rIns="0" bIns="0" anchor="t">
            <a:normAutofit fontScale="62500" lnSpcReduction="19999"/>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There are several terms that we must define before discussing how principal component analysis works.</a:t>
            </a:r>
            <a:endParaRPr lang="en-US" sz="2400" b="0" u="none" strike="noStrike">
              <a:solidFill>
                <a:srgbClr val="000000"/>
              </a:solidFill>
              <a:effectLst/>
              <a:uFillTx/>
              <a:latin typeface="Arial"/>
            </a:endParaRPr>
          </a:p>
          <a:p>
            <a:pPr marL="864000" lvl="1" indent="-324000" algn="l">
              <a:spcBef>
                <a:spcPts val="850"/>
              </a:spcBef>
              <a:buClr>
                <a:srgbClr val="000000"/>
              </a:buClr>
              <a:buSzPct val="75000"/>
              <a:buFont typeface="Symbol" charset="2"/>
              <a:buChar char=""/>
            </a:pPr>
            <a:r>
              <a:rPr lang="en-US" sz="2100" b="0" u="none" strike="noStrike">
                <a:solidFill>
                  <a:srgbClr val="000000"/>
                </a:solidFill>
                <a:effectLst/>
                <a:uFillTx/>
                <a:latin typeface="Arial"/>
              </a:rPr>
              <a:t>Variance</a:t>
            </a:r>
            <a:endParaRPr lang="en-US" sz="2100" b="0" u="none" strike="noStrike">
              <a:solidFill>
                <a:srgbClr val="000000"/>
              </a:solidFill>
              <a:effectLst/>
              <a:uFillTx/>
              <a:latin typeface="Arial"/>
            </a:endParaRPr>
          </a:p>
          <a:p>
            <a:pPr marL="864000" lvl="1" indent="-324000" algn="l">
              <a:spcBef>
                <a:spcPts val="850"/>
              </a:spcBef>
              <a:buClr>
                <a:srgbClr val="000000"/>
              </a:buClr>
              <a:buSzPct val="75000"/>
              <a:buFont typeface="Symbol" charset="2"/>
              <a:buChar char=""/>
            </a:pPr>
            <a:r>
              <a:rPr lang="en-US" sz="2100" b="0" u="none" strike="noStrike">
                <a:solidFill>
                  <a:srgbClr val="000000"/>
                </a:solidFill>
                <a:effectLst/>
                <a:uFillTx/>
                <a:latin typeface="Arial"/>
              </a:rPr>
              <a:t>Covariance </a:t>
            </a:r>
            <a:endParaRPr lang="en-US" sz="2100" b="0" u="none" strike="noStrike">
              <a:solidFill>
                <a:srgbClr val="000000"/>
              </a:solidFill>
              <a:effectLst/>
              <a:uFillTx/>
              <a:latin typeface="Arial"/>
            </a:endParaRPr>
          </a:p>
          <a:p>
            <a:pPr marL="864000" lvl="1" indent="-324000" algn="l">
              <a:spcBef>
                <a:spcPts val="850"/>
              </a:spcBef>
              <a:buClr>
                <a:srgbClr val="000000"/>
              </a:buClr>
              <a:buSzPct val="75000"/>
              <a:buFont typeface="Symbol" charset="2"/>
              <a:buChar char=""/>
            </a:pPr>
            <a:r>
              <a:rPr lang="en-US" sz="2100" b="0" u="none" strike="noStrike">
                <a:solidFill>
                  <a:srgbClr val="000000"/>
                </a:solidFill>
                <a:effectLst/>
                <a:uFillTx/>
                <a:latin typeface="Arial"/>
              </a:rPr>
              <a:t>Covariance metrics</a:t>
            </a:r>
            <a:endParaRPr lang="en-US" sz="2100" b="0" u="none" strike="noStrike">
              <a:solidFill>
                <a:srgbClr val="000000"/>
              </a:solidFill>
              <a:effectLst/>
              <a:uFillTx/>
              <a:latin typeface="Arial"/>
            </a:endParaRPr>
          </a:p>
          <a:p>
            <a:pPr marL="864000" lvl="1" indent="0" algn="l">
              <a:spcBef>
                <a:spcPts val="850"/>
              </a:spcBef>
              <a:buNone/>
            </a:pPr>
            <a:r>
              <a:rPr lang="en-US" sz="2100" b="0" u="none" strike="noStrike">
                <a:solidFill>
                  <a:srgbClr val="000000"/>
                </a:solidFill>
                <a:effectLst/>
                <a:uFillTx/>
                <a:latin typeface="Arial"/>
              </a:rPr>
              <a:t>-</a:t>
            </a:r>
            <a:r>
              <a:rPr lang="en-US" sz="2100" b="1" u="none" strike="noStrike">
                <a:solidFill>
                  <a:srgbClr val="000000"/>
                </a:solidFill>
                <a:effectLst/>
                <a:uFillTx/>
                <a:latin typeface="Arial"/>
              </a:rPr>
              <a:t>variance</a:t>
            </a:r>
            <a:r>
              <a:rPr lang="en-US" sz="2100" b="0" u="none" strike="noStrike">
                <a:solidFill>
                  <a:srgbClr val="000000"/>
                </a:solidFill>
                <a:effectLst/>
                <a:uFillTx/>
                <a:latin typeface="Arial"/>
              </a:rPr>
              <a:t> is a measure of how a set of values are spread out. Variance is calculated as the average of the squared differences of the values and mean of the values</a:t>
            </a:r>
            <a:endParaRPr lang="en-US" sz="2100" b="0" u="none" strike="noStrike">
              <a:solidFill>
                <a:srgbClr val="000000"/>
              </a:solidFill>
              <a:effectLst/>
              <a:uFillTx/>
              <a:latin typeface="Arial"/>
            </a:endParaRPr>
          </a:p>
          <a:p>
            <a:pPr marL="864000" lvl="1" indent="0" algn="l">
              <a:spcBef>
                <a:spcPts val="850"/>
              </a:spcBef>
              <a:buNone/>
            </a:pPr>
            <a:r>
              <a:rPr lang="en-US" sz="2100" b="1" u="none" strike="noStrike">
                <a:solidFill>
                  <a:srgbClr val="000000"/>
                </a:solidFill>
                <a:effectLst/>
                <a:uFillTx/>
                <a:latin typeface="Arial"/>
              </a:rPr>
              <a:t>-Covariance</a:t>
            </a:r>
            <a:r>
              <a:rPr lang="en-US" sz="2100" b="0" u="none" strike="noStrike">
                <a:solidFill>
                  <a:srgbClr val="000000"/>
                </a:solidFill>
                <a:effectLst/>
                <a:uFillTx/>
                <a:latin typeface="Arial"/>
              </a:rPr>
              <a:t> is a measure of how much two variables change together; it is a measure of the strength of the correlation between two sets of variables. If the covariance of two variables is zero, the variables are uncorrelated. Note that uncorrelated variables are not necessarily independent, as correlation is only a measure of linear dependence.</a:t>
            </a:r>
            <a:endParaRPr lang="en-US" sz="2100" b="0" u="none" strike="noStrike">
              <a:solidFill>
                <a:srgbClr val="000000"/>
              </a:solidFill>
              <a:effectLst/>
              <a:uFillTx/>
              <a:latin typeface="Arial"/>
            </a:endParaRPr>
          </a:p>
          <a:p>
            <a:pPr marL="864000" lvl="1" indent="0" algn="l">
              <a:spcBef>
                <a:spcPts val="850"/>
              </a:spcBef>
              <a:buNone/>
            </a:pPr>
            <a:r>
              <a:rPr lang="en-US" sz="2100" b="0" u="none" strike="noStrike">
                <a:solidFill>
                  <a:srgbClr val="000000"/>
                </a:solidFill>
                <a:effectLst/>
                <a:uFillTx/>
                <a:latin typeface="Arial"/>
              </a:rPr>
              <a:t>If the covariance is nonzero, the sign indicates whether the variables are positively or negatively correlated. When two variables are positively correlated, one increases as the other increases. When variables are negatively correlated, one variable decreases relative to its mean as the other variable increases relative to its mean.</a:t>
            </a:r>
            <a:endParaRPr lang="en-US" sz="2100" b="0" u="none" strike="noStrike">
              <a:solidFill>
                <a:srgbClr val="000000"/>
              </a:solidFill>
              <a:effectLst/>
              <a:uFillTx/>
              <a:latin typeface="Arial"/>
            </a:endParaRPr>
          </a:p>
          <a:p>
            <a:pPr marL="864000" lvl="1" indent="-324000" algn="l">
              <a:spcBef>
                <a:spcPts val="850"/>
              </a:spcBef>
              <a:buClr>
                <a:srgbClr val="000000"/>
              </a:buClr>
              <a:buSzPct val="75000"/>
              <a:buFont typeface="Symbol" charset="2"/>
              <a:buChar char=""/>
            </a:pPr>
            <a:r>
              <a:rPr lang="en-US" sz="2100" b="1" u="none" strike="noStrike">
                <a:solidFill>
                  <a:srgbClr val="000000"/>
                </a:solidFill>
                <a:effectLst/>
                <a:uFillTx/>
                <a:latin typeface="Arial"/>
              </a:rPr>
              <a:t>A covariance matrix</a:t>
            </a:r>
            <a:r>
              <a:rPr lang="en-US" sz="2100" b="0" u="none" strike="noStrike">
                <a:solidFill>
                  <a:srgbClr val="000000"/>
                </a:solidFill>
                <a:effectLst/>
                <a:uFillTx/>
                <a:latin typeface="Arial"/>
              </a:rPr>
              <a:t> describes the covariance values between each pair of dimensions in a data set. The element ( i, j ) indicates the covariance of the i-th and j-th dimensions of the data.</a:t>
            </a:r>
            <a:endParaRPr lang="en-US" sz="21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Cont.</a:t>
            </a:r>
            <a:endParaRPr lang="en-US" sz="3300" b="0" u="none" strike="noStrike">
              <a:solidFill>
                <a:srgbClr val="000000"/>
              </a:solidFill>
              <a:effectLst/>
              <a:uFillTx/>
              <a:latin typeface="Arial"/>
            </a:endParaRPr>
          </a:p>
        </p:txBody>
      </p:sp>
      <p:sp>
        <p:nvSpPr>
          <p:cNvPr id="36" name="PlaceHolder 2"/>
          <p:cNvSpPr>
            <a:spLocks noGrp="1"/>
          </p:cNvSpPr>
          <p:nvPr>
            <p:ph/>
          </p:nvPr>
        </p:nvSpPr>
        <p:spPr>
          <a:xfrm>
            <a:off x="504000" y="1362600"/>
            <a:ext cx="9072000" cy="3288240"/>
          </a:xfrm>
          <a:prstGeom prst="rect">
            <a:avLst/>
          </a:prstGeom>
          <a:noFill/>
          <a:ln w="0">
            <a:noFill/>
          </a:ln>
        </p:spPr>
        <p:txBody>
          <a:bodyPr lIns="0" tIns="0" rIns="0" bIns="0" anchor="t">
            <a:normAutofit/>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data. For example, a covariance matrix for a three-dimensional data is given by the following matrix,</a:t>
            </a: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r>
              <a:rPr lang="en-US" sz="2400" b="0" u="none" strike="noStrike">
                <a:solidFill>
                  <a:srgbClr val="000000"/>
                </a:solidFill>
                <a:effectLst/>
                <a:uFillTx/>
                <a:latin typeface="Arial"/>
              </a:rPr>
              <a:t>Assume you have following data you need to find the covariance of that data </a:t>
            </a: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p:txBody>
      </p:sp>
      <p:pic>
        <p:nvPicPr>
          <p:cNvPr id="37" name=""/>
          <p:cNvPicPr/>
          <p:nvPr/>
        </p:nvPicPr>
        <p:blipFill>
          <a:blip r:embed="rId1"/>
          <a:stretch/>
        </p:blipFill>
        <p:spPr>
          <a:xfrm>
            <a:off x="3673440" y="2310480"/>
            <a:ext cx="4876560" cy="1371240"/>
          </a:xfrm>
          <a:prstGeom prst="rect">
            <a:avLst/>
          </a:prstGeom>
          <a:noFill/>
          <a:ln w="18000">
            <a:noFill/>
          </a:ln>
        </p:spPr>
      </p:pic>
      <p:pic>
        <p:nvPicPr>
          <p:cNvPr id="38" name=""/>
          <p:cNvPicPr/>
          <p:nvPr/>
        </p:nvPicPr>
        <p:blipFill>
          <a:blip r:embed="rId2"/>
          <a:stretch/>
        </p:blipFill>
        <p:spPr>
          <a:xfrm>
            <a:off x="4343400" y="4114800"/>
            <a:ext cx="1875960" cy="1356840"/>
          </a:xfrm>
          <a:prstGeom prst="rect">
            <a:avLst/>
          </a:prstGeom>
          <a:noFill/>
          <a:ln w="18000">
            <a:noFill/>
          </a:ln>
        </p:spPr>
      </p:pic>
    </p:spTree>
  </p:cSld>
  <mc:AlternateContent>
    <mc:Choice Requires="p14">
      <p:transition spd="slow" p14:dur="2000">
        <p:random/>
      </p:transition>
    </mc:Choice>
    <mc:Fallback>
      <p:transition spd="slow">
        <p:random/>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Cont.</a:t>
            </a:r>
            <a:endParaRPr lang="en-US" sz="3300" b="0" u="none" strike="noStrike">
              <a:solidFill>
                <a:srgbClr val="000000"/>
              </a:solidFill>
              <a:effectLst/>
              <a:uFillTx/>
              <a:latin typeface="Arial"/>
            </a:endParaRPr>
          </a:p>
        </p:txBody>
      </p:sp>
      <p:sp>
        <p:nvSpPr>
          <p:cNvPr id="40" name="PlaceHolder 2"/>
          <p:cNvSpPr>
            <a:spLocks noGrp="1"/>
          </p:cNvSpPr>
          <p:nvPr>
            <p:ph/>
          </p:nvPr>
        </p:nvSpPr>
        <p:spPr>
          <a:xfrm>
            <a:off x="504000" y="1326600"/>
            <a:ext cx="9072000" cy="3288240"/>
          </a:xfrm>
          <a:prstGeom prst="rect">
            <a:avLst/>
          </a:prstGeom>
          <a:noFill/>
          <a:ln w="0">
            <a:noFill/>
          </a:ln>
        </p:spPr>
        <p:txBody>
          <a:bodyPr lIns="0" tIns="0" rIns="0" bIns="0" anchor="t">
            <a:normAutofit/>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a covariance matrix for a three-dimensional data is given by the following matrix</a:t>
            </a: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r>
              <a:rPr lang="en-US" sz="2400" b="0" u="none" strike="noStrike">
                <a:solidFill>
                  <a:srgbClr val="000000"/>
                </a:solidFill>
                <a:effectLst/>
                <a:uFillTx/>
                <a:latin typeface="Arial"/>
              </a:rPr>
              <a:t>You can verify our calculations using NumPy:</a:t>
            </a: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a:p>
            <a:pPr indent="0" algn="l">
              <a:spcBef>
                <a:spcPts val="1060"/>
              </a:spcBef>
              <a:buNone/>
            </a:pPr>
            <a:endParaRPr lang="en-US" sz="2400" b="0" u="none" strike="noStrike">
              <a:solidFill>
                <a:srgbClr val="000000"/>
              </a:solidFill>
              <a:effectLst/>
              <a:uFillTx/>
              <a:latin typeface="Arial"/>
            </a:endParaRPr>
          </a:p>
        </p:txBody>
      </p:sp>
      <p:pic>
        <p:nvPicPr>
          <p:cNvPr id="41" name=""/>
          <p:cNvPicPr/>
          <p:nvPr/>
        </p:nvPicPr>
        <p:blipFill>
          <a:blip r:embed="rId1"/>
          <a:stretch/>
        </p:blipFill>
        <p:spPr>
          <a:xfrm>
            <a:off x="695520" y="2057760"/>
            <a:ext cx="2286000" cy="1371600"/>
          </a:xfrm>
          <a:prstGeom prst="rect">
            <a:avLst/>
          </a:prstGeom>
          <a:noFill/>
          <a:ln w="18000">
            <a:noFill/>
          </a:ln>
        </p:spPr>
      </p:pic>
      <p:pic>
        <p:nvPicPr>
          <p:cNvPr id="42" name=""/>
          <p:cNvPicPr/>
          <p:nvPr/>
        </p:nvPicPr>
        <p:blipFill>
          <a:blip r:embed="rId2"/>
          <a:stretch/>
        </p:blipFill>
        <p:spPr>
          <a:xfrm>
            <a:off x="4572000" y="2057400"/>
            <a:ext cx="2286000" cy="1152000"/>
          </a:xfrm>
          <a:prstGeom prst="rect">
            <a:avLst/>
          </a:prstGeom>
          <a:noFill/>
          <a:ln w="18000">
            <a:noFill/>
          </a:ln>
        </p:spPr>
      </p:pic>
      <p:pic>
        <p:nvPicPr>
          <p:cNvPr id="43" name=""/>
          <p:cNvPicPr/>
          <p:nvPr/>
        </p:nvPicPr>
        <p:blipFill>
          <a:blip r:embed="rId3"/>
          <a:stretch/>
        </p:blipFill>
        <p:spPr>
          <a:xfrm>
            <a:off x="7543800" y="1371600"/>
            <a:ext cx="3238200" cy="3447720"/>
          </a:xfrm>
          <a:prstGeom prst="rect">
            <a:avLst/>
          </a:prstGeom>
          <a:noFill/>
          <a:ln w="18000">
            <a:noFill/>
          </a:ln>
        </p:spPr>
      </p:pic>
    </p:spTree>
  </p:cSld>
  <mc:AlternateContent>
    <mc:Choice Requires="p14">
      <p:transition spd="slow" p14:dur="2000">
        <p:random/>
      </p:transition>
    </mc:Choice>
    <mc:Fallback>
      <p:transition spd="slow">
        <p:random/>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Using PCA to visualize high-dimensional data</a:t>
            </a:r>
            <a:endParaRPr lang="en-US" sz="3300" b="0" u="none" strike="noStrike">
              <a:solidFill>
                <a:srgbClr val="000000"/>
              </a:solidFill>
              <a:effectLst/>
              <a:uFillTx/>
              <a:latin typeface="Arial"/>
            </a:endParaRPr>
          </a:p>
        </p:txBody>
      </p:sp>
      <p:sp>
        <p:nvSpPr>
          <p:cNvPr id="45" name="PlaceHolder 2"/>
          <p:cNvSpPr>
            <a:spLocks noGrp="1"/>
          </p:cNvSpPr>
          <p:nvPr>
            <p:ph/>
          </p:nvPr>
        </p:nvSpPr>
        <p:spPr>
          <a:xfrm>
            <a:off x="504000" y="1326600"/>
            <a:ext cx="9072000" cy="3288240"/>
          </a:xfrm>
          <a:prstGeom prst="rect">
            <a:avLst/>
          </a:prstGeom>
          <a:noFill/>
          <a:ln w="0">
            <a:noFill/>
          </a:ln>
        </p:spPr>
        <p:txBody>
          <a:bodyPr lIns="0" tIns="0" rIns="0" bIns="0" anchor="t">
            <a:normAutofit fontScale="92500" lnSpcReduction="9999"/>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It is easy to discover patterns by visualizing data with two or three dimensions. A high-dimensional dataset cannot be represented graphically, but we can still gain some insights into its structure by reducing it to two or three principal components</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First, we load the built-in  data set and instantiate a PCA estimator. The PCA class takes a number of principal components to retain as      hyper-parameter Like the other estimators, PCA exposes a fit_transform() method that returns the reduced data matrix</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Finally, we assemble and plot the reduced data.</a:t>
            </a:r>
            <a:endParaRPr lang="en-US" sz="24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Face recognition with PCA</a:t>
            </a:r>
            <a:endParaRPr lang="en-US" sz="3300" b="0" u="none" strike="noStrike">
              <a:solidFill>
                <a:srgbClr val="000000"/>
              </a:solidFill>
              <a:effectLst/>
              <a:uFillTx/>
              <a:latin typeface="Arial"/>
            </a:endParaRPr>
          </a:p>
        </p:txBody>
      </p:sp>
      <p:sp>
        <p:nvSpPr>
          <p:cNvPr id="47" name="PlaceHolder 2"/>
          <p:cNvSpPr>
            <a:spLocks noGrp="1"/>
          </p:cNvSpPr>
          <p:nvPr>
            <p:ph/>
          </p:nvPr>
        </p:nvSpPr>
        <p:spPr>
          <a:xfrm>
            <a:off x="504000" y="1326600"/>
            <a:ext cx="9072000" cy="3288240"/>
          </a:xfrm>
          <a:prstGeom prst="rect">
            <a:avLst/>
          </a:prstGeom>
          <a:noFill/>
          <a:ln w="0">
            <a:noFill/>
          </a:ln>
        </p:spPr>
        <p:txBody>
          <a:bodyPr lIns="0" tIns="0" rIns="0" bIns="0" anchor="t">
            <a:normAutofit fontScale="55000" lnSpcReduction="19999"/>
          </a:bodyPr>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Now let's apply PCA to a face-recognition problem. Face recognition is the supervised classification task of identifying a person from an image of his or her face.</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While these images are small, a feature vector that encodes the intensity of every pixel will have 10,304 dimensions. Training from such high-dimensional data could require many samples to avoid over-fitting. Instead, we will use PCA to compactly represent the images in terms of a small number of principal components.</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In this example, we will use a data set called Our Database of Faces from AT&amp;T Laboratories, Cambridge. The data set contains ten images each of forty people. The images were created under different lighting conditions, and the subjects varied their facial expressions. The images are gray scale and 92 x 112 pixels in dimension.</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We can reshape the matrix of pixel intensities for an image into a vector, and create a matrix of these vectors for all of the training images. </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Each image is a linear combination of this data set's principal components. In the context of face recognition, these principal components are called </a:t>
            </a:r>
            <a:r>
              <a:rPr lang="en-US" sz="2400" b="1" u="none" strike="noStrike">
                <a:solidFill>
                  <a:srgbClr val="000000"/>
                </a:solidFill>
                <a:effectLst/>
                <a:uFillTx/>
                <a:latin typeface="Arial"/>
              </a:rPr>
              <a:t>eigenfaces</a:t>
            </a:r>
            <a:r>
              <a:rPr lang="en-US" sz="2400" b="0" u="none" strike="noStrike">
                <a:solidFill>
                  <a:srgbClr val="000000"/>
                </a:solidFill>
                <a:effectLst/>
                <a:uFillTx/>
                <a:latin typeface="Arial"/>
              </a:rPr>
              <a:t>.</a:t>
            </a:r>
            <a:endParaRPr lang="en-US" sz="2400" b="0" u="none" strike="noStrike">
              <a:solidFill>
                <a:srgbClr val="000000"/>
              </a:solidFill>
              <a:effectLst/>
              <a:uFillTx/>
              <a:latin typeface="Arial"/>
            </a:endParaRPr>
          </a:p>
          <a:p>
            <a:pPr marL="432000" indent="-324000" algn="l">
              <a:spcBef>
                <a:spcPts val="1060"/>
              </a:spcBef>
              <a:buClr>
                <a:srgbClr val="000000"/>
              </a:buClr>
              <a:buSzPct val="45000"/>
              <a:buFont typeface="Wingdings" charset="2"/>
              <a:buChar char=""/>
            </a:pPr>
            <a:r>
              <a:rPr lang="en-US" sz="2400" b="0" u="none" strike="noStrike">
                <a:solidFill>
                  <a:srgbClr val="000000"/>
                </a:solidFill>
                <a:effectLst/>
                <a:uFillTx/>
                <a:latin typeface="Arial"/>
              </a:rPr>
              <a:t> The </a:t>
            </a:r>
            <a:r>
              <a:rPr lang="en-US" sz="2400" b="1" u="none" strike="noStrike">
                <a:solidFill>
                  <a:srgbClr val="000000"/>
                </a:solidFill>
                <a:effectLst/>
                <a:uFillTx/>
                <a:latin typeface="Arial"/>
              </a:rPr>
              <a:t>eigenfaces</a:t>
            </a:r>
            <a:r>
              <a:rPr lang="en-US" sz="2400" b="0" u="none" strike="noStrike">
                <a:solidFill>
                  <a:srgbClr val="000000"/>
                </a:solidFill>
                <a:effectLst/>
                <a:uFillTx/>
                <a:latin typeface="Arial"/>
              </a:rPr>
              <a:t> can be thought of as standardized components of faces. Each face in the data set can be expressed as some combination of the eigenfaces, and can be approximated as a combination of the most important eigenfaces</a:t>
            </a:r>
            <a:endParaRPr lang="en-US" sz="24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504000" y="225720"/>
            <a:ext cx="9072000" cy="946800"/>
          </a:xfrm>
          <a:prstGeom prst="rect">
            <a:avLst/>
          </a:prstGeom>
          <a:noFill/>
          <a:ln w="0">
            <a:noFill/>
          </a:ln>
        </p:spPr>
        <p:txBody>
          <a:bodyPr lIns="0" tIns="0" rIns="0" bIns="0" anchor="ctr">
            <a:spAutoFit/>
          </a:bodyPr>
          <a:p>
            <a:pPr indent="0" algn="ctr">
              <a:buNone/>
            </a:pPr>
            <a:r>
              <a:rPr lang="en-US" sz="3300" b="0" u="none" strike="noStrike">
                <a:solidFill>
                  <a:srgbClr val="000000"/>
                </a:solidFill>
                <a:effectLst/>
                <a:uFillTx/>
                <a:latin typeface="Arial"/>
              </a:rPr>
              <a:t>Cont.</a:t>
            </a:r>
            <a:endParaRPr lang="en-US" sz="3300" b="0" u="none" strike="noStrike">
              <a:solidFill>
                <a:srgbClr val="000000"/>
              </a:solidFill>
              <a:effectLst/>
              <a:uFillTx/>
              <a:latin typeface="Arial"/>
            </a:endParaRPr>
          </a:p>
        </p:txBody>
      </p:sp>
      <p:sp>
        <p:nvSpPr>
          <p:cNvPr id="49" name="PlaceHolder 2"/>
          <p:cNvSpPr>
            <a:spLocks noGrp="1"/>
          </p:cNvSpPr>
          <p:nvPr>
            <p:ph/>
          </p:nvPr>
        </p:nvSpPr>
        <p:spPr>
          <a:xfrm>
            <a:off x="504000" y="1326600"/>
            <a:ext cx="9072000" cy="3288240"/>
          </a:xfrm>
          <a:prstGeom prst="rect">
            <a:avLst/>
          </a:prstGeom>
          <a:noFill/>
          <a:ln w="0">
            <a:noFill/>
          </a:ln>
        </p:spPr>
        <p:txBody>
          <a:bodyPr lIns="0" tIns="0" rIns="0" bIns="0" anchor="t">
            <a:normAutofit/>
          </a:bodyPr>
          <a:p>
            <a:pPr marL="1728000" lvl="3" indent="0" algn="l">
              <a:spcBef>
                <a:spcPts val="425"/>
              </a:spcBef>
              <a:buNone/>
            </a:pPr>
            <a:r>
              <a:rPr lang="en-US" sz="6600" b="1" u="none" strike="noStrike">
                <a:solidFill>
                  <a:srgbClr val="2A6099"/>
                </a:solidFill>
                <a:effectLst/>
                <a:uFillTx/>
                <a:latin typeface="Arial"/>
              </a:rPr>
              <a:t>Thanks you</a:t>
            </a:r>
            <a:endParaRPr lang="en-US" sz="6600" b="0" u="none" strike="noStrike">
              <a:solidFill>
                <a:srgbClr val="000000"/>
              </a:solidFill>
              <a:effectLst/>
              <a:uFillTx/>
              <a:latin typeface="Arial"/>
            </a:endParaRPr>
          </a:p>
        </p:txBody>
      </p:sp>
    </p:spTree>
  </p:cSld>
  <mc:AlternateContent>
    <mc:Choice Requires="p14">
      <p:transition spd="slow" p14:dur="2000">
        <p:random/>
      </p:transition>
    </mc:Choice>
    <mc:Fallback>
      <p:transition spd="slow">
        <p:random/>
      </p:transition>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2" presetClass="entr" fill="hold" nodeType="withEffect" presetSubtype="4">
                                  <p:stCondLst>
                                    <p:cond delay="0"/>
                                  </p:stCondLst>
                                  <p:childTnLst>
                                    <p:set>
                                      <p:cBhvr>
                                        <p:cTn id="6" dur="1" fill="hold">
                                          <p:stCondLst>
                                            <p:cond delay="0"/>
                                          </p:stCondLst>
                                        </p:cTn>
                                        <p:tgtEl>
                                          <p:spTgt spid="49">
                                            <p:txEl>
                                              <p:pRg st="0" end="0"/>
                                            </p:txEl>
                                          </p:spTgt>
                                        </p:tgtEl>
                                        <p:attrNameLst>
                                          <p:attrName>style.visibility</p:attrName>
                                        </p:attrNameLst>
                                      </p:cBhvr>
                                      <p:to>
                                        <p:strVal val="visible"/>
                                      </p:to>
                                    </p:set>
                                    <p:anim calcmode="lin" valueType="num">
                                      <p:cBhvr additive="repl">
                                        <p:cTn id="7" dur="500" fill="hold"/>
                                        <p:tgtEl>
                                          <p:spTgt spid="49">
                                            <p:txEl>
                                              <p:pRg st="0" end="0"/>
                                            </p:txEl>
                                          </p:spTgt>
                                        </p:tgtEl>
                                        <p:attrNameLst>
                                          <p:attrName>ppt_x</p:attrName>
                                        </p:attrNameLst>
                                      </p:cBhvr>
                                      <p:tavLst>
                                        <p:tav>
                                          <p:val>
                                            <p:strVal val="#ppt_x"/>
                                          </p:val>
                                        </p:tav>
                                        <p:tav tm="100000">
                                          <p:val>
                                            <p:strVal val="#ppt_x"/>
                                          </p:val>
                                        </p:tav>
                                      </p:tavLst>
                                    </p:anim>
                                    <p:anim calcmode="lin" valueType="num">
                                      <p:cBhvr additive="repl">
                                        <p:cTn id="8" dur="500" fill="hold"/>
                                        <p:tgtEl>
                                          <p:spTgt spid="49">
                                            <p:txEl>
                                              <p:pRg st="0" end="0"/>
                                            </p:txEl>
                                          </p:spTgt>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LibreOffice/26.2.2.2$Linux_X86_64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2026-05-29T18:22:07Z</dcterms:created>
  <dc:creator/>
  <dc:description>This work is licensed under a Creative Commons Attribution-ShareAlike 3.0 Unported License.
It makes use of the works of Mateus Machado Luna.
SVG pictures were made by Rizmut.</dc:description>
  <dc:language>en-US</dc:language>
  <cp:lastModifiedBy/>
  <dcterms:modified xsi:type="dcterms:W3CDTF">2026-05-30T00:51:28Z</dcterms:modified>
  <cp:revision>2</cp:revision>
  <dc:subject/>
  <dc:title>Blueprint Plans</dc:title>
</cp:coreProperties>
</file>